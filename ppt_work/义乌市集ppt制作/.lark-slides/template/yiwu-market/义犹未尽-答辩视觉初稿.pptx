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开场：作品以一天中的三个时段组织义乌小商品的虚拟展陈。演示稿为视觉初稿，团队姓名与院校待最终确认后加入。</a:t>
            </a:r>
          </a:p>
          <a:p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本页概览内容规模。数值来自当前项目配置，展示了时间、空间与商品的组织方式。</a:t>
            </a:r>
          </a:p>
          <a:p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命题理解：用街巷、摊位和人物回应给商品建立展示语境。强调义乌小商品主题，避免把通用古风直接当成地方文化考据。</a:t>
            </a:r>
          </a:p>
          <a:p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这里呈现对现有资产的设计解读：屋檐、布幌、摊位和器物构成市井视觉线索。没有将未提供的参考图作为真实调研证据。</a:t>
            </a:r>
          </a:p>
          <a:p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时间叙事组织场景与展品。早市对应茶水、木铃、早餐；午市对应扇子、杂货、香囊；夜市对应古董、花灯、酿酒。</a:t>
            </a:r>
          </a:p>
          <a:p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用三个空间尺度讲述参观过程：从总览选择时段，进入街巷操控角色，在摊位停留并观察商品。本页为实际漫游截图，不代替精确平面动线图。</a:t>
            </a:r>
          </a:p>
          <a:p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夜市通过偏冷环境色与暖色灯火形成氛围差异。讲述时结合网页实际效果说明亮点与展品的关系，不把概念图当成照度验证。</a:t>
            </a:r>
          </a:p>
          <a:p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选取三件现有商品展示器物造型与展陈联系。商品素材自制、改造或引用的具体归属需要团队核实后补充，不在此声称全部原创。</a:t>
            </a:r>
          </a:p>
          <a:p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交互层级是市集总览、角色漫游、摊位近景、商品预览。角色、镜头和商品栏共同支持空间探索。现场可结合录屏演示一次完整进入和退出。</a:t>
            </a:r>
          </a:p>
          <a:p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商品预览支持旋转、缩放与详情查看。购物车是演示功能，不包含真实支付。三维渲染图直接来自项目已有商品资产。</a:t>
            </a:r>
          </a:p>
          <a:p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字体与颜色延续网页：纸色底、墨色文字、朱红强调。界面保留必要操作，让三维场景成为视觉中心。此稿保留可编辑标题与标签。</a:t>
            </a:r>
          </a:p>
          <a:p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根据已有设计框架与资产结构整理制作环节：场景规划、Blender模型资产、材质灯光、Three.js交互。这里没有伪造白模阶段截图或迭代记录。后续可用真实过程记录替换右侧成品图。</a:t>
            </a:r>
          </a:p>
          <a:p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素材结构包含市集、摊位、NPC、商品、贴图与商品预览图。来源依据 assets 和资产包目录。提交前须补齐原作者、授权和自制范围清单。</a:t>
            </a:r>
          </a:p>
          <a:p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目前是可访问的网页原型。线上专题展、展会触摸屏导览为应用设想，仍需设备适配、内容授权与运行验证，不声称已经部署到真实展会。</a:t>
            </a:r>
          </a:p>
          <a:p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结束页。可在答辩时返回空间、商品和制作素材页面回应问题。</a:t>
            </a:r>
          </a:p>
          <a:p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572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86F61"/>
                </a:solidFill>
              </a:defRPr>
            </a:defPPr>
            <a:lvl1pPr>
              <a:defRPr sz="1425" b="0">
                <a:solidFill>
                  <a:srgbClr val="786F61"/>
                </a:solidFill>
              </a:defRPr>
            </a:lvl1pPr>
            <a:lvl2pPr>
              <a:defRPr sz="1425" b="0">
                <a:solidFill>
                  <a:srgbClr val="786F61"/>
                </a:solidFill>
              </a:defRPr>
            </a:lvl2pPr>
            <a:lvl3pPr>
              <a:defRPr sz="1425" b="0">
                <a:solidFill>
                  <a:srgbClr val="786F61"/>
                </a:solidFill>
              </a:defRPr>
            </a:lvl3pPr>
            <a:lvl4pPr>
              <a:defRPr sz="1425" b="0">
                <a:solidFill>
                  <a:srgbClr val="786F61"/>
                </a:solidFill>
              </a:defRPr>
            </a:lvl4pPr>
            <a:lvl5pPr>
              <a:defRPr sz="1425" b="0">
                <a:solidFill>
                  <a:srgbClr val="786F61"/>
                </a:solidFill>
              </a:defRPr>
            </a:lvl5pPr>
            <a:lvl6pPr>
              <a:defRPr sz="1425" b="0">
                <a:solidFill>
                  <a:srgbClr val="786F61"/>
                </a:solidFill>
              </a:defRPr>
            </a:lvl6pPr>
            <a:lvl7pPr>
              <a:defRPr sz="1425" b="0">
                <a:solidFill>
                  <a:srgbClr val="786F61"/>
                </a:solidFill>
              </a:defRPr>
            </a:lvl7pPr>
            <a:lvl8pPr>
              <a:defRPr sz="1425" b="0">
                <a:solidFill>
                  <a:srgbClr val="786F61"/>
                </a:solidFill>
              </a:defRPr>
            </a:lvl8pPr>
            <a:lvl9pPr>
              <a:defRPr sz="1425" b="0">
                <a:solidFill>
                  <a:srgbClr val="786F61"/>
                </a:solidFill>
              </a:defRPr>
            </a:lvl9pPr>
          </a:lstStyle>
          <a:p>
            <a:pPr>
              <a:defRPr sz="1425" b="0">
                <a:solidFill>
                  <a:srgbClr val="786F61"/>
                </a:solidFill>
              </a:defRPr>
            </a:pPr>
            <a:r>
              <a:rPr sz="1425" b="0">
                <a:solidFill>
                  <a:srgbClr val="786F61"/>
                </a:solidFill>
              </a:rPr>
              <a:t>浙江省数智创意竞赛   /   文创产品设计·展陈设计组</a:t>
            </a:r>
            <a:endParaRPr sz="1425" b="0">
              <a:solidFill>
                <a:srgbClr val="786F6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63300" y="62960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786F61"/>
                </a:solidFill>
              </a:defRPr>
            </a:defPPr>
            <a:lvl1pPr>
              <a:defRPr sz="1350" b="0">
                <a:solidFill>
                  <a:srgbClr val="786F61"/>
                </a:solidFill>
              </a:defRPr>
            </a:lvl1pPr>
            <a:lvl2pPr>
              <a:defRPr sz="1350" b="0">
                <a:solidFill>
                  <a:srgbClr val="786F61"/>
                </a:solidFill>
              </a:defRPr>
            </a:lvl2pPr>
            <a:lvl3pPr>
              <a:defRPr sz="1350" b="0">
                <a:solidFill>
                  <a:srgbClr val="786F61"/>
                </a:solidFill>
              </a:defRPr>
            </a:lvl3pPr>
            <a:lvl4pPr>
              <a:defRPr sz="1350" b="0">
                <a:solidFill>
                  <a:srgbClr val="786F61"/>
                </a:solidFill>
              </a:defRPr>
            </a:lvl4pPr>
            <a:lvl5pPr>
              <a:defRPr sz="1350" b="0">
                <a:solidFill>
                  <a:srgbClr val="786F61"/>
                </a:solidFill>
              </a:defRPr>
            </a:lvl5pPr>
            <a:lvl6pPr>
              <a:defRPr sz="1350" b="0">
                <a:solidFill>
                  <a:srgbClr val="786F61"/>
                </a:solidFill>
              </a:defRPr>
            </a:lvl6pPr>
            <a:lvl7pPr>
              <a:defRPr sz="1350" b="0">
                <a:solidFill>
                  <a:srgbClr val="786F61"/>
                </a:solidFill>
              </a:defRPr>
            </a:lvl7pPr>
            <a:lvl8pPr>
              <a:defRPr sz="1350" b="0">
                <a:solidFill>
                  <a:srgbClr val="786F61"/>
                </a:solidFill>
              </a:defRPr>
            </a:lvl8pPr>
            <a:lvl9pPr>
              <a:defRPr sz="1350" b="0">
                <a:solidFill>
                  <a:srgbClr val="786F61"/>
                </a:solidFill>
              </a:defRPr>
            </a:lvl9pPr>
          </a:lstStyle>
          <a:p>
            <a:pPr>
              <a:defRPr sz="1350" b="0">
                <a:solidFill>
                  <a:srgbClr val="786F61"/>
                </a:solidFill>
              </a:defRPr>
            </a:pPr>
            <a:r>
              <a:rPr sz="1350" b="0">
                <a:solidFill>
                  <a:srgbClr val="786F61"/>
                </a:solidFill>
              </a:rPr>
              <a:t>01</a:t>
            </a:r>
            <a:endParaRPr sz="1350" b="0">
              <a:solidFill>
                <a:srgbClr val="786F6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28625" y="1047750"/>
            <a:ext cx="7524750" cy="1476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350" b="1">
                <a:solidFill>
                  <a:srgbClr val="24231F"/>
                </a:solidFill>
              </a:defRPr>
            </a:defPPr>
            <a:lvl1pPr>
              <a:defRPr sz="10350" b="1">
                <a:solidFill>
                  <a:srgbClr val="24231F"/>
                </a:solidFill>
              </a:defRPr>
            </a:lvl1pPr>
            <a:lvl2pPr>
              <a:defRPr sz="10350" b="1">
                <a:solidFill>
                  <a:srgbClr val="24231F"/>
                </a:solidFill>
              </a:defRPr>
            </a:lvl2pPr>
            <a:lvl3pPr>
              <a:defRPr sz="10350" b="1">
                <a:solidFill>
                  <a:srgbClr val="24231F"/>
                </a:solidFill>
              </a:defRPr>
            </a:lvl3pPr>
            <a:lvl4pPr>
              <a:defRPr sz="10350" b="1">
                <a:solidFill>
                  <a:srgbClr val="24231F"/>
                </a:solidFill>
              </a:defRPr>
            </a:lvl4pPr>
            <a:lvl5pPr>
              <a:defRPr sz="10350" b="1">
                <a:solidFill>
                  <a:srgbClr val="24231F"/>
                </a:solidFill>
              </a:defRPr>
            </a:lvl5pPr>
            <a:lvl6pPr>
              <a:defRPr sz="10350" b="1">
                <a:solidFill>
                  <a:srgbClr val="24231F"/>
                </a:solidFill>
              </a:defRPr>
            </a:lvl6pPr>
            <a:lvl7pPr>
              <a:defRPr sz="10350" b="1">
                <a:solidFill>
                  <a:srgbClr val="24231F"/>
                </a:solidFill>
              </a:defRPr>
            </a:lvl7pPr>
            <a:lvl8pPr>
              <a:defRPr sz="10350" b="1">
                <a:solidFill>
                  <a:srgbClr val="24231F"/>
                </a:solidFill>
              </a:defRPr>
            </a:lvl8pPr>
            <a:lvl9pPr>
              <a:defRPr sz="10350" b="1">
                <a:solidFill>
                  <a:srgbClr val="24231F"/>
                </a:solidFill>
              </a:defRPr>
            </a:lvl9pPr>
          </a:lstStyle>
          <a:p>
            <a:pPr>
              <a:defRPr sz="10350" b="1">
                <a:solidFill>
                  <a:srgbClr val="24231F"/>
                </a:solidFill>
              </a:defRPr>
            </a:pPr>
            <a:r>
              <a:rPr sz="10350" b="1">
                <a:solidFill>
                  <a:srgbClr val="24231F"/>
                </a:solidFill>
              </a:rPr>
              <a:t>义犹未尽</a:t>
            </a:r>
            <a:endParaRPr sz="10350" b="1">
              <a:solidFill>
                <a:srgbClr val="24231F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5300" y="1809750"/>
            <a:ext cx="7772400" cy="48577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485775" y="2857500"/>
            <a:ext cx="49530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525" b="0">
                <a:solidFill>
                  <a:srgbClr val="24231F"/>
                </a:solidFill>
              </a:defRPr>
            </a:defPPr>
            <a:lvl1pPr>
              <a:defRPr sz="3525" b="0">
                <a:solidFill>
                  <a:srgbClr val="24231F"/>
                </a:solidFill>
              </a:defRPr>
            </a:lvl1pPr>
            <a:lvl2pPr>
              <a:defRPr sz="3525" b="0">
                <a:solidFill>
                  <a:srgbClr val="24231F"/>
                </a:solidFill>
              </a:defRPr>
            </a:lvl2pPr>
            <a:lvl3pPr>
              <a:defRPr sz="3525" b="0">
                <a:solidFill>
                  <a:srgbClr val="24231F"/>
                </a:solidFill>
              </a:defRPr>
            </a:lvl3pPr>
            <a:lvl4pPr>
              <a:defRPr sz="3525" b="0">
                <a:solidFill>
                  <a:srgbClr val="24231F"/>
                </a:solidFill>
              </a:defRPr>
            </a:lvl4pPr>
            <a:lvl5pPr>
              <a:defRPr sz="3525" b="0">
                <a:solidFill>
                  <a:srgbClr val="24231F"/>
                </a:solidFill>
              </a:defRPr>
            </a:lvl5pPr>
            <a:lvl6pPr>
              <a:defRPr sz="3525" b="0">
                <a:solidFill>
                  <a:srgbClr val="24231F"/>
                </a:solidFill>
              </a:defRPr>
            </a:lvl6pPr>
            <a:lvl7pPr>
              <a:defRPr sz="3525" b="0">
                <a:solidFill>
                  <a:srgbClr val="24231F"/>
                </a:solidFill>
              </a:defRPr>
            </a:lvl7pPr>
            <a:lvl8pPr>
              <a:defRPr sz="3525" b="0">
                <a:solidFill>
                  <a:srgbClr val="24231F"/>
                </a:solidFill>
              </a:defRPr>
            </a:lvl8pPr>
            <a:lvl9pPr>
              <a:defRPr sz="3525" b="0">
                <a:solidFill>
                  <a:srgbClr val="24231F"/>
                </a:solidFill>
              </a:defRPr>
            </a:lvl9pPr>
          </a:lstStyle>
          <a:p>
            <a:pPr>
              <a:defRPr sz="3525" b="0">
                <a:solidFill>
                  <a:srgbClr val="24231F"/>
                </a:solidFill>
              </a:defRPr>
            </a:pPr>
            <a:r>
              <a:rPr sz="3525" b="0">
                <a:solidFill>
                  <a:srgbClr val="24231F"/>
                </a:solidFill>
              </a:rPr>
              <a:t>义乌三时市集</a:t>
            </a:r>
            <a:endParaRPr sz="3525" b="0">
              <a:solidFill>
                <a:srgbClr val="24231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04825" y="4552950"/>
            <a:ext cx="4572000" cy="1095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4231F"/>
                </a:solidFill>
              </a:defRPr>
            </a:defPPr>
            <a:lvl1pPr>
              <a:defRPr sz="2400" b="0">
                <a:solidFill>
                  <a:srgbClr val="24231F"/>
                </a:solidFill>
              </a:defRPr>
            </a:lvl1pPr>
            <a:lvl2pPr>
              <a:defRPr sz="2400" b="0">
                <a:solidFill>
                  <a:srgbClr val="24231F"/>
                </a:solidFill>
              </a:defRPr>
            </a:lvl2pPr>
            <a:lvl3pPr>
              <a:defRPr sz="2400" b="0">
                <a:solidFill>
                  <a:srgbClr val="24231F"/>
                </a:solidFill>
              </a:defRPr>
            </a:lvl3pPr>
            <a:lvl4pPr>
              <a:defRPr sz="2400" b="0">
                <a:solidFill>
                  <a:srgbClr val="24231F"/>
                </a:solidFill>
              </a:defRPr>
            </a:lvl4pPr>
            <a:lvl5pPr>
              <a:defRPr sz="2400" b="0">
                <a:solidFill>
                  <a:srgbClr val="24231F"/>
                </a:solidFill>
              </a:defRPr>
            </a:lvl5pPr>
            <a:lvl6pPr>
              <a:defRPr sz="2400" b="0">
                <a:solidFill>
                  <a:srgbClr val="24231F"/>
                </a:solidFill>
              </a:defRPr>
            </a:lvl6pPr>
            <a:lvl7pPr>
              <a:defRPr sz="2400" b="0">
                <a:solidFill>
                  <a:srgbClr val="24231F"/>
                </a:solidFill>
              </a:defRPr>
            </a:lvl7pPr>
            <a:lvl8pPr>
              <a:defRPr sz="2400" b="0">
                <a:solidFill>
                  <a:srgbClr val="24231F"/>
                </a:solidFill>
              </a:defRPr>
            </a:lvl8pPr>
            <a:lvl9pPr>
              <a:defRPr sz="2400" b="0">
                <a:solidFill>
                  <a:srgbClr val="24231F"/>
                </a:solidFill>
              </a:defRPr>
            </a:lvl9pPr>
          </a:lstStyle>
          <a:p>
            <a:pPr>
              <a:defRPr sz="2400" b="0">
                <a:solidFill>
                  <a:srgbClr val="24231F"/>
                </a:solidFill>
              </a:defRPr>
            </a:pPr>
            <a:r>
              <a:rPr sz="2400" b="0">
                <a:solidFill>
                  <a:srgbClr val="24231F"/>
                </a:solidFill>
              </a:rPr>
              <a:t>一日三市</a:t>
            </a:r>
            <a:endParaRPr sz="2400" b="0">
              <a:solidFill>
                <a:srgbClr val="24231F"/>
              </a:solidFill>
            </a:endParaRPr>
          </a:p>
          <a:p>
            <a:pPr>
              <a:defRPr sz="2400" b="0">
                <a:solidFill>
                  <a:srgbClr val="24231F"/>
                </a:solidFill>
              </a:defRPr>
            </a:pPr>
            <a:r>
              <a:rPr sz="2400" b="0">
                <a:solidFill>
                  <a:srgbClr val="24231F"/>
                </a:solidFill>
              </a:rPr>
              <a:t>一场可漫游的国潮展陈</a:t>
            </a:r>
            <a:endParaRPr sz="2400" b="0">
              <a:solidFill>
                <a:srgbClr val="24231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572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86F61"/>
                </a:solidFill>
              </a:defRPr>
            </a:defPPr>
            <a:lvl1pPr>
              <a:defRPr sz="1425" b="0">
                <a:solidFill>
                  <a:srgbClr val="786F61"/>
                </a:solidFill>
              </a:defRPr>
            </a:lvl1pPr>
            <a:lvl2pPr>
              <a:defRPr sz="1425" b="0">
                <a:solidFill>
                  <a:srgbClr val="786F61"/>
                </a:solidFill>
              </a:defRPr>
            </a:lvl2pPr>
            <a:lvl3pPr>
              <a:defRPr sz="1425" b="0">
                <a:solidFill>
                  <a:srgbClr val="786F61"/>
                </a:solidFill>
              </a:defRPr>
            </a:lvl3pPr>
            <a:lvl4pPr>
              <a:defRPr sz="1425" b="0">
                <a:solidFill>
                  <a:srgbClr val="786F61"/>
                </a:solidFill>
              </a:defRPr>
            </a:lvl4pPr>
            <a:lvl5pPr>
              <a:defRPr sz="1425" b="0">
                <a:solidFill>
                  <a:srgbClr val="786F61"/>
                </a:solidFill>
              </a:defRPr>
            </a:lvl5pPr>
            <a:lvl6pPr>
              <a:defRPr sz="1425" b="0">
                <a:solidFill>
                  <a:srgbClr val="786F61"/>
                </a:solidFill>
              </a:defRPr>
            </a:lvl6pPr>
            <a:lvl7pPr>
              <a:defRPr sz="1425" b="0">
                <a:solidFill>
                  <a:srgbClr val="786F61"/>
                </a:solidFill>
              </a:defRPr>
            </a:lvl7pPr>
            <a:lvl8pPr>
              <a:defRPr sz="1425" b="0">
                <a:solidFill>
                  <a:srgbClr val="786F61"/>
                </a:solidFill>
              </a:defRPr>
            </a:lvl8pPr>
            <a:lvl9pPr>
              <a:defRPr sz="1425" b="0">
                <a:solidFill>
                  <a:srgbClr val="786F61"/>
                </a:solidFill>
              </a:defRPr>
            </a:lvl9pPr>
          </a:lstStyle>
          <a:p>
            <a:pPr>
              <a:defRPr sz="1425" b="0">
                <a:solidFill>
                  <a:srgbClr val="786F61"/>
                </a:solidFill>
              </a:defRPr>
            </a:pPr>
            <a:r>
              <a:rPr sz="1425" b="0">
                <a:solidFill>
                  <a:srgbClr val="786F61"/>
                </a:solidFill>
              </a:rPr>
              <a:t>01   /   作品概览</a:t>
            </a:r>
            <a:endParaRPr sz="1425" b="0">
              <a:solidFill>
                <a:srgbClr val="786F6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63300" y="62960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786F61"/>
                </a:solidFill>
              </a:defRPr>
            </a:defPPr>
            <a:lvl1pPr>
              <a:defRPr sz="1350" b="0">
                <a:solidFill>
                  <a:srgbClr val="786F61"/>
                </a:solidFill>
              </a:defRPr>
            </a:lvl1pPr>
            <a:lvl2pPr>
              <a:defRPr sz="1350" b="0">
                <a:solidFill>
                  <a:srgbClr val="786F61"/>
                </a:solidFill>
              </a:defRPr>
            </a:lvl2pPr>
            <a:lvl3pPr>
              <a:defRPr sz="1350" b="0">
                <a:solidFill>
                  <a:srgbClr val="786F61"/>
                </a:solidFill>
              </a:defRPr>
            </a:lvl3pPr>
            <a:lvl4pPr>
              <a:defRPr sz="1350" b="0">
                <a:solidFill>
                  <a:srgbClr val="786F61"/>
                </a:solidFill>
              </a:defRPr>
            </a:lvl4pPr>
            <a:lvl5pPr>
              <a:defRPr sz="1350" b="0">
                <a:solidFill>
                  <a:srgbClr val="786F61"/>
                </a:solidFill>
              </a:defRPr>
            </a:lvl5pPr>
            <a:lvl6pPr>
              <a:defRPr sz="1350" b="0">
                <a:solidFill>
                  <a:srgbClr val="786F61"/>
                </a:solidFill>
              </a:defRPr>
            </a:lvl6pPr>
            <a:lvl7pPr>
              <a:defRPr sz="1350" b="0">
                <a:solidFill>
                  <a:srgbClr val="786F61"/>
                </a:solidFill>
              </a:defRPr>
            </a:lvl7pPr>
            <a:lvl8pPr>
              <a:defRPr sz="1350" b="0">
                <a:solidFill>
                  <a:srgbClr val="786F61"/>
                </a:solidFill>
              </a:defRPr>
            </a:lvl8pPr>
            <a:lvl9pPr>
              <a:defRPr sz="1350" b="0">
                <a:solidFill>
                  <a:srgbClr val="786F61"/>
                </a:solidFill>
              </a:defRPr>
            </a:lvl9pPr>
          </a:lstStyle>
          <a:p>
            <a:pPr>
              <a:defRPr sz="1350" b="0">
                <a:solidFill>
                  <a:srgbClr val="786F61"/>
                </a:solidFill>
              </a:defRPr>
            </a:pPr>
            <a:r>
              <a:rPr sz="1350" b="0">
                <a:solidFill>
                  <a:srgbClr val="786F61"/>
                </a:solidFill>
              </a:rPr>
              <a:t>02</a:t>
            </a:r>
            <a:endParaRPr sz="1350" b="0">
              <a:solidFill>
                <a:srgbClr val="786F6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933450"/>
            <a:ext cx="11239500" cy="1000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6000" b="1">
                <a:solidFill>
                  <a:srgbClr val="24231F"/>
                </a:solidFill>
              </a:defRPr>
            </a:defPPr>
            <a:lvl1pPr>
              <a:defRPr sz="6000" b="1">
                <a:solidFill>
                  <a:srgbClr val="24231F"/>
                </a:solidFill>
              </a:defRPr>
            </a:lvl1pPr>
            <a:lvl2pPr>
              <a:defRPr sz="6000" b="1">
                <a:solidFill>
                  <a:srgbClr val="24231F"/>
                </a:solidFill>
              </a:defRPr>
            </a:lvl2pPr>
            <a:lvl3pPr>
              <a:defRPr sz="6000" b="1">
                <a:solidFill>
                  <a:srgbClr val="24231F"/>
                </a:solidFill>
              </a:defRPr>
            </a:lvl3pPr>
            <a:lvl4pPr>
              <a:defRPr sz="6000" b="1">
                <a:solidFill>
                  <a:srgbClr val="24231F"/>
                </a:solidFill>
              </a:defRPr>
            </a:lvl4pPr>
            <a:lvl5pPr>
              <a:defRPr sz="6000" b="1">
                <a:solidFill>
                  <a:srgbClr val="24231F"/>
                </a:solidFill>
              </a:defRPr>
            </a:lvl5pPr>
            <a:lvl6pPr>
              <a:defRPr sz="6000" b="1">
                <a:solidFill>
                  <a:srgbClr val="24231F"/>
                </a:solidFill>
              </a:defRPr>
            </a:lvl6pPr>
            <a:lvl7pPr>
              <a:defRPr sz="6000" b="1">
                <a:solidFill>
                  <a:srgbClr val="24231F"/>
                </a:solidFill>
              </a:defRPr>
            </a:lvl7pPr>
            <a:lvl8pPr>
              <a:defRPr sz="6000" b="1">
                <a:solidFill>
                  <a:srgbClr val="24231F"/>
                </a:solidFill>
              </a:defRPr>
            </a:lvl8pPr>
            <a:lvl9pPr>
              <a:defRPr sz="6000" b="1">
                <a:solidFill>
                  <a:srgbClr val="24231F"/>
                </a:solidFill>
              </a:defRPr>
            </a:lvl9pPr>
          </a:lstStyle>
          <a:p>
            <a:pPr>
              <a:defRPr sz="6000" b="1">
                <a:solidFill>
                  <a:srgbClr val="24231F"/>
                </a:solidFill>
              </a:defRPr>
            </a:pPr>
            <a:r>
              <a:rPr sz="6000" b="1">
                <a:solidFill>
                  <a:srgbClr val="24231F"/>
                </a:solidFill>
              </a:rPr>
              <a:t>把市集，搬进屏幕</a:t>
            </a:r>
            <a:endParaRPr sz="6000" b="1">
              <a:solidFill>
                <a:srgbClr val="24231F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1450" y="2315766"/>
            <a:ext cx="4476750" cy="2797969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714375" y="5143500"/>
            <a:ext cx="1333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5100" b="1">
                <a:solidFill>
                  <a:srgbClr val="AE3D2E"/>
                </a:solidFill>
              </a:defRPr>
            </a:defPPr>
            <a:lvl1pPr>
              <a:defRPr sz="5100" b="1">
                <a:solidFill>
                  <a:srgbClr val="AE3D2E"/>
                </a:solidFill>
              </a:defRPr>
            </a:lvl1pPr>
            <a:lvl2pPr>
              <a:defRPr sz="5100" b="1">
                <a:solidFill>
                  <a:srgbClr val="AE3D2E"/>
                </a:solidFill>
              </a:defRPr>
            </a:lvl2pPr>
            <a:lvl3pPr>
              <a:defRPr sz="5100" b="1">
                <a:solidFill>
                  <a:srgbClr val="AE3D2E"/>
                </a:solidFill>
              </a:defRPr>
            </a:lvl3pPr>
            <a:lvl4pPr>
              <a:defRPr sz="5100" b="1">
                <a:solidFill>
                  <a:srgbClr val="AE3D2E"/>
                </a:solidFill>
              </a:defRPr>
            </a:lvl4pPr>
            <a:lvl5pPr>
              <a:defRPr sz="5100" b="1">
                <a:solidFill>
                  <a:srgbClr val="AE3D2E"/>
                </a:solidFill>
              </a:defRPr>
            </a:lvl5pPr>
            <a:lvl6pPr>
              <a:defRPr sz="5100" b="1">
                <a:solidFill>
                  <a:srgbClr val="AE3D2E"/>
                </a:solidFill>
              </a:defRPr>
            </a:lvl6pPr>
            <a:lvl7pPr>
              <a:defRPr sz="5100" b="1">
                <a:solidFill>
                  <a:srgbClr val="AE3D2E"/>
                </a:solidFill>
              </a:defRPr>
            </a:lvl7pPr>
            <a:lvl8pPr>
              <a:defRPr sz="5100" b="1">
                <a:solidFill>
                  <a:srgbClr val="AE3D2E"/>
                </a:solidFill>
              </a:defRPr>
            </a:lvl8pPr>
            <a:lvl9pPr>
              <a:defRPr sz="5100" b="1">
                <a:solidFill>
                  <a:srgbClr val="AE3D2E"/>
                </a:solidFill>
              </a:defRPr>
            </a:lvl9pPr>
          </a:lstStyle>
          <a:p>
            <a:pPr>
              <a:defRPr sz="5100" b="1">
                <a:solidFill>
                  <a:srgbClr val="AE3D2E"/>
                </a:solidFill>
              </a:defRPr>
            </a:pPr>
            <a:r>
              <a:rPr sz="5100" b="1">
                <a:solidFill>
                  <a:srgbClr val="AE3D2E"/>
                </a:solidFill>
              </a:rPr>
              <a:t>早</a:t>
            </a:r>
            <a:endParaRPr sz="5100" b="1">
              <a:solidFill>
                <a:srgbClr val="AE3D2E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2315766"/>
            <a:ext cx="4476750" cy="2797969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4667250" y="5143500"/>
            <a:ext cx="1333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5100" b="1">
                <a:solidFill>
                  <a:srgbClr val="AE3D2E"/>
                </a:solidFill>
              </a:defRPr>
            </a:defPPr>
            <a:lvl1pPr>
              <a:defRPr sz="5100" b="1">
                <a:solidFill>
                  <a:srgbClr val="AE3D2E"/>
                </a:solidFill>
              </a:defRPr>
            </a:lvl1pPr>
            <a:lvl2pPr>
              <a:defRPr sz="5100" b="1">
                <a:solidFill>
                  <a:srgbClr val="AE3D2E"/>
                </a:solidFill>
              </a:defRPr>
            </a:lvl2pPr>
            <a:lvl3pPr>
              <a:defRPr sz="5100" b="1">
                <a:solidFill>
                  <a:srgbClr val="AE3D2E"/>
                </a:solidFill>
              </a:defRPr>
            </a:lvl3pPr>
            <a:lvl4pPr>
              <a:defRPr sz="5100" b="1">
                <a:solidFill>
                  <a:srgbClr val="AE3D2E"/>
                </a:solidFill>
              </a:defRPr>
            </a:lvl4pPr>
            <a:lvl5pPr>
              <a:defRPr sz="5100" b="1">
                <a:solidFill>
                  <a:srgbClr val="AE3D2E"/>
                </a:solidFill>
              </a:defRPr>
            </a:lvl5pPr>
            <a:lvl6pPr>
              <a:defRPr sz="5100" b="1">
                <a:solidFill>
                  <a:srgbClr val="AE3D2E"/>
                </a:solidFill>
              </a:defRPr>
            </a:lvl6pPr>
            <a:lvl7pPr>
              <a:defRPr sz="5100" b="1">
                <a:solidFill>
                  <a:srgbClr val="AE3D2E"/>
                </a:solidFill>
              </a:defRPr>
            </a:lvl7pPr>
            <a:lvl8pPr>
              <a:defRPr sz="5100" b="1">
                <a:solidFill>
                  <a:srgbClr val="AE3D2E"/>
                </a:solidFill>
              </a:defRPr>
            </a:lvl8pPr>
            <a:lvl9pPr>
              <a:defRPr sz="5100" b="1">
                <a:solidFill>
                  <a:srgbClr val="AE3D2E"/>
                </a:solidFill>
              </a:defRPr>
            </a:lvl9pPr>
          </a:lstStyle>
          <a:p>
            <a:pPr>
              <a:defRPr sz="5100" b="1">
                <a:solidFill>
                  <a:srgbClr val="AE3D2E"/>
                </a:solidFill>
              </a:defRPr>
            </a:pPr>
            <a:r>
              <a:rPr sz="5100" b="1">
                <a:solidFill>
                  <a:srgbClr val="AE3D2E"/>
                </a:solidFill>
              </a:rPr>
              <a:t>午</a:t>
            </a:r>
            <a:endParaRPr sz="5100" b="1">
              <a:solidFill>
                <a:srgbClr val="AE3D2E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300" y="2315766"/>
            <a:ext cx="4476750" cy="2797969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8620125" y="5143500"/>
            <a:ext cx="1333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5100" b="1">
                <a:solidFill>
                  <a:srgbClr val="AE3D2E"/>
                </a:solidFill>
              </a:defRPr>
            </a:defPPr>
            <a:lvl1pPr>
              <a:defRPr sz="5100" b="1">
                <a:solidFill>
                  <a:srgbClr val="AE3D2E"/>
                </a:solidFill>
              </a:defRPr>
            </a:lvl1pPr>
            <a:lvl2pPr>
              <a:defRPr sz="5100" b="1">
                <a:solidFill>
                  <a:srgbClr val="AE3D2E"/>
                </a:solidFill>
              </a:defRPr>
            </a:lvl2pPr>
            <a:lvl3pPr>
              <a:defRPr sz="5100" b="1">
                <a:solidFill>
                  <a:srgbClr val="AE3D2E"/>
                </a:solidFill>
              </a:defRPr>
            </a:lvl3pPr>
            <a:lvl4pPr>
              <a:defRPr sz="5100" b="1">
                <a:solidFill>
                  <a:srgbClr val="AE3D2E"/>
                </a:solidFill>
              </a:defRPr>
            </a:lvl4pPr>
            <a:lvl5pPr>
              <a:defRPr sz="5100" b="1">
                <a:solidFill>
                  <a:srgbClr val="AE3D2E"/>
                </a:solidFill>
              </a:defRPr>
            </a:lvl5pPr>
            <a:lvl6pPr>
              <a:defRPr sz="5100" b="1">
                <a:solidFill>
                  <a:srgbClr val="AE3D2E"/>
                </a:solidFill>
              </a:defRPr>
            </a:lvl6pPr>
            <a:lvl7pPr>
              <a:defRPr sz="5100" b="1">
                <a:solidFill>
                  <a:srgbClr val="AE3D2E"/>
                </a:solidFill>
              </a:defRPr>
            </a:lvl7pPr>
            <a:lvl8pPr>
              <a:defRPr sz="5100" b="1">
                <a:solidFill>
                  <a:srgbClr val="AE3D2E"/>
                </a:solidFill>
              </a:defRPr>
            </a:lvl8pPr>
            <a:lvl9pPr>
              <a:defRPr sz="5100" b="1">
                <a:solidFill>
                  <a:srgbClr val="AE3D2E"/>
                </a:solidFill>
              </a:defRPr>
            </a:lvl9pPr>
          </a:lstStyle>
          <a:p>
            <a:pPr>
              <a:defRPr sz="5100" b="1">
                <a:solidFill>
                  <a:srgbClr val="AE3D2E"/>
                </a:solidFill>
              </a:defRPr>
            </a:pPr>
            <a:r>
              <a:rPr sz="5100" b="1">
                <a:solidFill>
                  <a:srgbClr val="AE3D2E"/>
                </a:solidFill>
              </a:rPr>
              <a:t>夜</a:t>
            </a:r>
            <a:endParaRPr sz="5100" b="1">
              <a:solidFill>
                <a:srgbClr val="AE3D2E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71500" y="6153150"/>
            <a:ext cx="95250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786F61"/>
                </a:solidFill>
              </a:defRPr>
            </a:defPPr>
            <a:lvl1pPr>
              <a:defRPr sz="1950" b="0">
                <a:solidFill>
                  <a:srgbClr val="786F61"/>
                </a:solidFill>
              </a:defRPr>
            </a:lvl1pPr>
            <a:lvl2pPr>
              <a:defRPr sz="1950" b="0">
                <a:solidFill>
                  <a:srgbClr val="786F61"/>
                </a:solidFill>
              </a:defRPr>
            </a:lvl2pPr>
            <a:lvl3pPr>
              <a:defRPr sz="1950" b="0">
                <a:solidFill>
                  <a:srgbClr val="786F61"/>
                </a:solidFill>
              </a:defRPr>
            </a:lvl3pPr>
            <a:lvl4pPr>
              <a:defRPr sz="1950" b="0">
                <a:solidFill>
                  <a:srgbClr val="786F61"/>
                </a:solidFill>
              </a:defRPr>
            </a:lvl4pPr>
            <a:lvl5pPr>
              <a:defRPr sz="1950" b="0">
                <a:solidFill>
                  <a:srgbClr val="786F61"/>
                </a:solidFill>
              </a:defRPr>
            </a:lvl5pPr>
            <a:lvl6pPr>
              <a:defRPr sz="1950" b="0">
                <a:solidFill>
                  <a:srgbClr val="786F61"/>
                </a:solidFill>
              </a:defRPr>
            </a:lvl6pPr>
            <a:lvl7pPr>
              <a:defRPr sz="1950" b="0">
                <a:solidFill>
                  <a:srgbClr val="786F61"/>
                </a:solidFill>
              </a:defRPr>
            </a:lvl7pPr>
            <a:lvl8pPr>
              <a:defRPr sz="1950" b="0">
                <a:solidFill>
                  <a:srgbClr val="786F61"/>
                </a:solidFill>
              </a:defRPr>
            </a:lvl8pPr>
            <a:lvl9pPr>
              <a:defRPr sz="1950" b="0">
                <a:solidFill>
                  <a:srgbClr val="786F61"/>
                </a:solidFill>
              </a:defRPr>
            </a:lvl9pPr>
          </a:lstStyle>
          <a:p>
            <a:pPr>
              <a:defRPr sz="1950" b="0">
                <a:solidFill>
                  <a:srgbClr val="786F61"/>
                </a:solidFill>
              </a:defRPr>
            </a:pPr>
            <a:r>
              <a:rPr sz="1950" b="0">
                <a:solidFill>
                  <a:srgbClr val="786F61"/>
                </a:solidFill>
              </a:rPr>
              <a:t>3 个时段    9 处摊位    13 件展品</a:t>
            </a:r>
            <a:endParaRPr sz="1950" b="0">
              <a:solidFill>
                <a:srgbClr val="786F6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572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86F61"/>
                </a:solidFill>
              </a:defRPr>
            </a:defPPr>
            <a:lvl1pPr>
              <a:defRPr sz="1425" b="0">
                <a:solidFill>
                  <a:srgbClr val="786F61"/>
                </a:solidFill>
              </a:defRPr>
            </a:lvl1pPr>
            <a:lvl2pPr>
              <a:defRPr sz="1425" b="0">
                <a:solidFill>
                  <a:srgbClr val="786F61"/>
                </a:solidFill>
              </a:defRPr>
            </a:lvl2pPr>
            <a:lvl3pPr>
              <a:defRPr sz="1425" b="0">
                <a:solidFill>
                  <a:srgbClr val="786F61"/>
                </a:solidFill>
              </a:defRPr>
            </a:lvl3pPr>
            <a:lvl4pPr>
              <a:defRPr sz="1425" b="0">
                <a:solidFill>
                  <a:srgbClr val="786F61"/>
                </a:solidFill>
              </a:defRPr>
            </a:lvl4pPr>
            <a:lvl5pPr>
              <a:defRPr sz="1425" b="0">
                <a:solidFill>
                  <a:srgbClr val="786F61"/>
                </a:solidFill>
              </a:defRPr>
            </a:lvl5pPr>
            <a:lvl6pPr>
              <a:defRPr sz="1425" b="0">
                <a:solidFill>
                  <a:srgbClr val="786F61"/>
                </a:solidFill>
              </a:defRPr>
            </a:lvl6pPr>
            <a:lvl7pPr>
              <a:defRPr sz="1425" b="0">
                <a:solidFill>
                  <a:srgbClr val="786F61"/>
                </a:solidFill>
              </a:defRPr>
            </a:lvl7pPr>
            <a:lvl8pPr>
              <a:defRPr sz="1425" b="0">
                <a:solidFill>
                  <a:srgbClr val="786F61"/>
                </a:solidFill>
              </a:defRPr>
            </a:lvl8pPr>
            <a:lvl9pPr>
              <a:defRPr sz="1425" b="0">
                <a:solidFill>
                  <a:srgbClr val="786F61"/>
                </a:solidFill>
              </a:defRPr>
            </a:lvl9pPr>
          </a:lstStyle>
          <a:p>
            <a:pPr>
              <a:defRPr sz="1425" b="0">
                <a:solidFill>
                  <a:srgbClr val="786F61"/>
                </a:solidFill>
              </a:defRPr>
            </a:pPr>
            <a:r>
              <a:rPr sz="1425" b="0">
                <a:solidFill>
                  <a:srgbClr val="786F61"/>
                </a:solidFill>
              </a:rPr>
              <a:t>02   /   设计命题</a:t>
            </a:r>
            <a:endParaRPr sz="1425" b="0">
              <a:solidFill>
                <a:srgbClr val="786F6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63300" y="62960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786F61"/>
                </a:solidFill>
              </a:defRPr>
            </a:defPPr>
            <a:lvl1pPr>
              <a:defRPr sz="1350" b="0">
                <a:solidFill>
                  <a:srgbClr val="786F61"/>
                </a:solidFill>
              </a:defRPr>
            </a:lvl1pPr>
            <a:lvl2pPr>
              <a:defRPr sz="1350" b="0">
                <a:solidFill>
                  <a:srgbClr val="786F61"/>
                </a:solidFill>
              </a:defRPr>
            </a:lvl2pPr>
            <a:lvl3pPr>
              <a:defRPr sz="1350" b="0">
                <a:solidFill>
                  <a:srgbClr val="786F61"/>
                </a:solidFill>
              </a:defRPr>
            </a:lvl3pPr>
            <a:lvl4pPr>
              <a:defRPr sz="1350" b="0">
                <a:solidFill>
                  <a:srgbClr val="786F61"/>
                </a:solidFill>
              </a:defRPr>
            </a:lvl4pPr>
            <a:lvl5pPr>
              <a:defRPr sz="1350" b="0">
                <a:solidFill>
                  <a:srgbClr val="786F61"/>
                </a:solidFill>
              </a:defRPr>
            </a:lvl5pPr>
            <a:lvl6pPr>
              <a:defRPr sz="1350" b="0">
                <a:solidFill>
                  <a:srgbClr val="786F61"/>
                </a:solidFill>
              </a:defRPr>
            </a:lvl6pPr>
            <a:lvl7pPr>
              <a:defRPr sz="1350" b="0">
                <a:solidFill>
                  <a:srgbClr val="786F61"/>
                </a:solidFill>
              </a:defRPr>
            </a:lvl7pPr>
            <a:lvl8pPr>
              <a:defRPr sz="1350" b="0">
                <a:solidFill>
                  <a:srgbClr val="786F61"/>
                </a:solidFill>
              </a:defRPr>
            </a:lvl8pPr>
            <a:lvl9pPr>
              <a:defRPr sz="1350" b="0">
                <a:solidFill>
                  <a:srgbClr val="786F61"/>
                </a:solidFill>
              </a:defRPr>
            </a:lvl9pPr>
          </a:lstStyle>
          <a:p>
            <a:pPr>
              <a:defRPr sz="1350" b="0">
                <a:solidFill>
                  <a:srgbClr val="786F61"/>
                </a:solidFill>
              </a:defRPr>
            </a:pPr>
            <a:r>
              <a:rPr sz="1350" b="0">
                <a:solidFill>
                  <a:srgbClr val="786F61"/>
                </a:solidFill>
              </a:rPr>
              <a:t>03</a:t>
            </a:r>
            <a:endParaRPr sz="1350" b="0">
              <a:solidFill>
                <a:srgbClr val="786F6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1047750"/>
            <a:ext cx="6286500" cy="1333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400" b="1">
                <a:solidFill>
                  <a:srgbClr val="24231F"/>
                </a:solidFill>
              </a:defRPr>
            </a:defPPr>
            <a:lvl1pPr>
              <a:defRPr sz="8400" b="1">
                <a:solidFill>
                  <a:srgbClr val="24231F"/>
                </a:solidFill>
              </a:defRPr>
            </a:lvl1pPr>
            <a:lvl2pPr>
              <a:defRPr sz="8400" b="1">
                <a:solidFill>
                  <a:srgbClr val="24231F"/>
                </a:solidFill>
              </a:defRPr>
            </a:lvl2pPr>
            <a:lvl3pPr>
              <a:defRPr sz="8400" b="1">
                <a:solidFill>
                  <a:srgbClr val="24231F"/>
                </a:solidFill>
              </a:defRPr>
            </a:lvl3pPr>
            <a:lvl4pPr>
              <a:defRPr sz="8400" b="1">
                <a:solidFill>
                  <a:srgbClr val="24231F"/>
                </a:solidFill>
              </a:defRPr>
            </a:lvl4pPr>
            <a:lvl5pPr>
              <a:defRPr sz="8400" b="1">
                <a:solidFill>
                  <a:srgbClr val="24231F"/>
                </a:solidFill>
              </a:defRPr>
            </a:lvl5pPr>
            <a:lvl6pPr>
              <a:defRPr sz="8400" b="1">
                <a:solidFill>
                  <a:srgbClr val="24231F"/>
                </a:solidFill>
              </a:defRPr>
            </a:lvl6pPr>
            <a:lvl7pPr>
              <a:defRPr sz="8400" b="1">
                <a:solidFill>
                  <a:srgbClr val="24231F"/>
                </a:solidFill>
              </a:defRPr>
            </a:lvl7pPr>
            <a:lvl8pPr>
              <a:defRPr sz="8400" b="1">
                <a:solidFill>
                  <a:srgbClr val="24231F"/>
                </a:solidFill>
              </a:defRPr>
            </a:lvl8pPr>
            <a:lvl9pPr>
              <a:defRPr sz="8400" b="1">
                <a:solidFill>
                  <a:srgbClr val="24231F"/>
                </a:solidFill>
              </a:defRPr>
            </a:lvl9pPr>
          </a:lstStyle>
          <a:p>
            <a:pPr>
              <a:defRPr sz="8400" b="1">
                <a:solidFill>
                  <a:srgbClr val="24231F"/>
                </a:solidFill>
              </a:defRPr>
            </a:pPr>
            <a:r>
              <a:rPr sz="8400" b="1">
                <a:solidFill>
                  <a:srgbClr val="24231F"/>
                </a:solidFill>
              </a:rPr>
              <a:t>小商品</a:t>
            </a:r>
            <a:endParaRPr sz="8400" b="1">
              <a:solidFill>
                <a:srgbClr val="24231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2524125"/>
            <a:ext cx="6286500" cy="1333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400" b="1">
                <a:solidFill>
                  <a:srgbClr val="AE3D2E"/>
                </a:solidFill>
              </a:defRPr>
            </a:defPPr>
            <a:lvl1pPr>
              <a:defRPr sz="8400" b="1">
                <a:solidFill>
                  <a:srgbClr val="AE3D2E"/>
                </a:solidFill>
              </a:defRPr>
            </a:lvl1pPr>
            <a:lvl2pPr>
              <a:defRPr sz="8400" b="1">
                <a:solidFill>
                  <a:srgbClr val="AE3D2E"/>
                </a:solidFill>
              </a:defRPr>
            </a:lvl2pPr>
            <a:lvl3pPr>
              <a:defRPr sz="8400" b="1">
                <a:solidFill>
                  <a:srgbClr val="AE3D2E"/>
                </a:solidFill>
              </a:defRPr>
            </a:lvl3pPr>
            <a:lvl4pPr>
              <a:defRPr sz="8400" b="1">
                <a:solidFill>
                  <a:srgbClr val="AE3D2E"/>
                </a:solidFill>
              </a:defRPr>
            </a:lvl4pPr>
            <a:lvl5pPr>
              <a:defRPr sz="8400" b="1">
                <a:solidFill>
                  <a:srgbClr val="AE3D2E"/>
                </a:solidFill>
              </a:defRPr>
            </a:lvl5pPr>
            <a:lvl6pPr>
              <a:defRPr sz="8400" b="1">
                <a:solidFill>
                  <a:srgbClr val="AE3D2E"/>
                </a:solidFill>
              </a:defRPr>
            </a:lvl6pPr>
            <a:lvl7pPr>
              <a:defRPr sz="8400" b="1">
                <a:solidFill>
                  <a:srgbClr val="AE3D2E"/>
                </a:solidFill>
              </a:defRPr>
            </a:lvl7pPr>
            <a:lvl8pPr>
              <a:defRPr sz="8400" b="1">
                <a:solidFill>
                  <a:srgbClr val="AE3D2E"/>
                </a:solidFill>
              </a:defRPr>
            </a:lvl8pPr>
            <a:lvl9pPr>
              <a:defRPr sz="8400" b="1">
                <a:solidFill>
                  <a:srgbClr val="AE3D2E"/>
                </a:solidFill>
              </a:defRPr>
            </a:lvl9pPr>
          </a:lstStyle>
          <a:p>
            <a:pPr>
              <a:defRPr sz="8400" b="1">
                <a:solidFill>
                  <a:srgbClr val="AE3D2E"/>
                </a:solidFill>
              </a:defRPr>
            </a:pPr>
            <a:r>
              <a:rPr sz="8400" b="1">
                <a:solidFill>
                  <a:srgbClr val="AE3D2E"/>
                </a:solidFill>
              </a:rPr>
              <a:t>大场景</a:t>
            </a:r>
            <a:endParaRPr sz="8400" b="1">
              <a:solidFill>
                <a:srgbClr val="AE3D2E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0" y="857250"/>
            <a:ext cx="5429250" cy="5429250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542925" y="4857750"/>
            <a:ext cx="6667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0">
                <a:solidFill>
                  <a:srgbClr val="24231F"/>
                </a:solidFill>
              </a:defRPr>
            </a:defPPr>
            <a:lvl1pPr>
              <a:defRPr sz="3000" b="0">
                <a:solidFill>
                  <a:srgbClr val="24231F"/>
                </a:solidFill>
              </a:defRPr>
            </a:lvl1pPr>
            <a:lvl2pPr>
              <a:defRPr sz="3000" b="0">
                <a:solidFill>
                  <a:srgbClr val="24231F"/>
                </a:solidFill>
              </a:defRPr>
            </a:lvl2pPr>
            <a:lvl3pPr>
              <a:defRPr sz="3000" b="0">
                <a:solidFill>
                  <a:srgbClr val="24231F"/>
                </a:solidFill>
              </a:defRPr>
            </a:lvl3pPr>
            <a:lvl4pPr>
              <a:defRPr sz="3000" b="0">
                <a:solidFill>
                  <a:srgbClr val="24231F"/>
                </a:solidFill>
              </a:defRPr>
            </a:lvl4pPr>
            <a:lvl5pPr>
              <a:defRPr sz="3000" b="0">
                <a:solidFill>
                  <a:srgbClr val="24231F"/>
                </a:solidFill>
              </a:defRPr>
            </a:lvl5pPr>
            <a:lvl6pPr>
              <a:defRPr sz="3000" b="0">
                <a:solidFill>
                  <a:srgbClr val="24231F"/>
                </a:solidFill>
              </a:defRPr>
            </a:lvl6pPr>
            <a:lvl7pPr>
              <a:defRPr sz="3000" b="0">
                <a:solidFill>
                  <a:srgbClr val="24231F"/>
                </a:solidFill>
              </a:defRPr>
            </a:lvl7pPr>
            <a:lvl8pPr>
              <a:defRPr sz="3000" b="0">
                <a:solidFill>
                  <a:srgbClr val="24231F"/>
                </a:solidFill>
              </a:defRPr>
            </a:lvl8pPr>
            <a:lvl9pPr>
              <a:defRPr sz="3000" b="0">
                <a:solidFill>
                  <a:srgbClr val="24231F"/>
                </a:solidFill>
              </a:defRPr>
            </a:lvl9pPr>
          </a:lstStyle>
          <a:p>
            <a:pPr>
              <a:defRPr sz="3000" b="0">
                <a:solidFill>
                  <a:srgbClr val="24231F"/>
                </a:solidFill>
              </a:defRPr>
            </a:pPr>
            <a:r>
              <a:rPr sz="3000" b="0">
                <a:solidFill>
                  <a:srgbClr val="24231F"/>
                </a:solidFill>
              </a:rPr>
              <a:t>义乌小商品 × 国潮文化</a:t>
            </a:r>
            <a:endParaRPr sz="3000" b="0">
              <a:solidFill>
                <a:srgbClr val="24231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42925" y="5629275"/>
            <a:ext cx="809625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4231F"/>
                </a:solidFill>
              </a:defRPr>
            </a:defPPr>
            <a:lvl1pPr>
              <a:defRPr sz="2100" b="0">
                <a:solidFill>
                  <a:srgbClr val="24231F"/>
                </a:solidFill>
              </a:defRPr>
            </a:lvl1pPr>
            <a:lvl2pPr>
              <a:defRPr sz="2100" b="0">
                <a:solidFill>
                  <a:srgbClr val="24231F"/>
                </a:solidFill>
              </a:defRPr>
            </a:lvl2pPr>
            <a:lvl3pPr>
              <a:defRPr sz="2100" b="0">
                <a:solidFill>
                  <a:srgbClr val="24231F"/>
                </a:solidFill>
              </a:defRPr>
            </a:lvl3pPr>
            <a:lvl4pPr>
              <a:defRPr sz="2100" b="0">
                <a:solidFill>
                  <a:srgbClr val="24231F"/>
                </a:solidFill>
              </a:defRPr>
            </a:lvl4pPr>
            <a:lvl5pPr>
              <a:defRPr sz="2100" b="0">
                <a:solidFill>
                  <a:srgbClr val="24231F"/>
                </a:solidFill>
              </a:defRPr>
            </a:lvl5pPr>
            <a:lvl6pPr>
              <a:defRPr sz="2100" b="0">
                <a:solidFill>
                  <a:srgbClr val="24231F"/>
                </a:solidFill>
              </a:defRPr>
            </a:lvl6pPr>
            <a:lvl7pPr>
              <a:defRPr sz="2100" b="0">
                <a:solidFill>
                  <a:srgbClr val="24231F"/>
                </a:solidFill>
              </a:defRPr>
            </a:lvl7pPr>
            <a:lvl8pPr>
              <a:defRPr sz="2100" b="0">
                <a:solidFill>
                  <a:srgbClr val="24231F"/>
                </a:solidFill>
              </a:defRPr>
            </a:lvl8pPr>
            <a:lvl9pPr>
              <a:defRPr sz="2100" b="0">
                <a:solidFill>
                  <a:srgbClr val="24231F"/>
                </a:solidFill>
              </a:defRPr>
            </a:lvl9pPr>
          </a:lstStyle>
          <a:p>
            <a:pPr>
              <a:defRPr sz="2100" b="0">
                <a:solidFill>
                  <a:srgbClr val="24231F"/>
                </a:solidFill>
              </a:defRPr>
            </a:pPr>
            <a:r>
              <a:rPr sz="2100" b="0">
                <a:solidFill>
                  <a:srgbClr val="24231F"/>
                </a:solidFill>
              </a:rPr>
              <a:t>用空间建立语境，用互动留下记忆</a:t>
            </a:r>
            <a:endParaRPr sz="2100" b="0">
              <a:solidFill>
                <a:srgbClr val="24231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572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86F61"/>
                </a:solidFill>
              </a:defRPr>
            </a:defPPr>
            <a:lvl1pPr>
              <a:defRPr sz="1425" b="0">
                <a:solidFill>
                  <a:srgbClr val="786F61"/>
                </a:solidFill>
              </a:defRPr>
            </a:lvl1pPr>
            <a:lvl2pPr>
              <a:defRPr sz="1425" b="0">
                <a:solidFill>
                  <a:srgbClr val="786F61"/>
                </a:solidFill>
              </a:defRPr>
            </a:lvl2pPr>
            <a:lvl3pPr>
              <a:defRPr sz="1425" b="0">
                <a:solidFill>
                  <a:srgbClr val="786F61"/>
                </a:solidFill>
              </a:defRPr>
            </a:lvl3pPr>
            <a:lvl4pPr>
              <a:defRPr sz="1425" b="0">
                <a:solidFill>
                  <a:srgbClr val="786F61"/>
                </a:solidFill>
              </a:defRPr>
            </a:lvl4pPr>
            <a:lvl5pPr>
              <a:defRPr sz="1425" b="0">
                <a:solidFill>
                  <a:srgbClr val="786F61"/>
                </a:solidFill>
              </a:defRPr>
            </a:lvl5pPr>
            <a:lvl6pPr>
              <a:defRPr sz="1425" b="0">
                <a:solidFill>
                  <a:srgbClr val="786F61"/>
                </a:solidFill>
              </a:defRPr>
            </a:lvl6pPr>
            <a:lvl7pPr>
              <a:defRPr sz="1425" b="0">
                <a:solidFill>
                  <a:srgbClr val="786F61"/>
                </a:solidFill>
              </a:defRPr>
            </a:lvl7pPr>
            <a:lvl8pPr>
              <a:defRPr sz="1425" b="0">
                <a:solidFill>
                  <a:srgbClr val="786F61"/>
                </a:solidFill>
              </a:defRPr>
            </a:lvl8pPr>
            <a:lvl9pPr>
              <a:defRPr sz="1425" b="0">
                <a:solidFill>
                  <a:srgbClr val="786F61"/>
                </a:solidFill>
              </a:defRPr>
            </a:lvl9pPr>
          </a:lstStyle>
          <a:p>
            <a:pPr>
              <a:defRPr sz="1425" b="0">
                <a:solidFill>
                  <a:srgbClr val="786F61"/>
                </a:solidFill>
              </a:defRPr>
            </a:pPr>
            <a:r>
              <a:rPr sz="1425" b="0">
                <a:solidFill>
                  <a:srgbClr val="786F61"/>
                </a:solidFill>
              </a:rPr>
              <a:t>03   /   灵感与转译</a:t>
            </a:r>
            <a:endParaRPr sz="1425" b="0">
              <a:solidFill>
                <a:srgbClr val="786F6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63300" y="62960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786F61"/>
                </a:solidFill>
              </a:defRPr>
            </a:defPPr>
            <a:lvl1pPr>
              <a:defRPr sz="1350" b="0">
                <a:solidFill>
                  <a:srgbClr val="786F61"/>
                </a:solidFill>
              </a:defRPr>
            </a:lvl1pPr>
            <a:lvl2pPr>
              <a:defRPr sz="1350" b="0">
                <a:solidFill>
                  <a:srgbClr val="786F61"/>
                </a:solidFill>
              </a:defRPr>
            </a:lvl2pPr>
            <a:lvl3pPr>
              <a:defRPr sz="1350" b="0">
                <a:solidFill>
                  <a:srgbClr val="786F61"/>
                </a:solidFill>
              </a:defRPr>
            </a:lvl3pPr>
            <a:lvl4pPr>
              <a:defRPr sz="1350" b="0">
                <a:solidFill>
                  <a:srgbClr val="786F61"/>
                </a:solidFill>
              </a:defRPr>
            </a:lvl4pPr>
            <a:lvl5pPr>
              <a:defRPr sz="1350" b="0">
                <a:solidFill>
                  <a:srgbClr val="786F61"/>
                </a:solidFill>
              </a:defRPr>
            </a:lvl5pPr>
            <a:lvl6pPr>
              <a:defRPr sz="1350" b="0">
                <a:solidFill>
                  <a:srgbClr val="786F61"/>
                </a:solidFill>
              </a:defRPr>
            </a:lvl6pPr>
            <a:lvl7pPr>
              <a:defRPr sz="1350" b="0">
                <a:solidFill>
                  <a:srgbClr val="786F61"/>
                </a:solidFill>
              </a:defRPr>
            </a:lvl7pPr>
            <a:lvl8pPr>
              <a:defRPr sz="1350" b="0">
                <a:solidFill>
                  <a:srgbClr val="786F61"/>
                </a:solidFill>
              </a:defRPr>
            </a:lvl8pPr>
            <a:lvl9pPr>
              <a:defRPr sz="1350" b="0">
                <a:solidFill>
                  <a:srgbClr val="786F61"/>
                </a:solidFill>
              </a:defRPr>
            </a:lvl9pPr>
          </a:lstStyle>
          <a:p>
            <a:pPr>
              <a:defRPr sz="1350" b="0">
                <a:solidFill>
                  <a:srgbClr val="786F61"/>
                </a:solidFill>
              </a:defRPr>
            </a:pPr>
            <a:r>
              <a:rPr sz="1350" b="0">
                <a:solidFill>
                  <a:srgbClr val="786F61"/>
                </a:solidFill>
              </a:rPr>
              <a:t>04</a:t>
            </a:r>
            <a:endParaRPr sz="1350" b="0">
              <a:solidFill>
                <a:srgbClr val="786F6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5750" y="1143000"/>
            <a:ext cx="8001000" cy="500062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495300" y="990600"/>
            <a:ext cx="41910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6750" b="1">
                <a:solidFill>
                  <a:srgbClr val="24231F"/>
                </a:solidFill>
              </a:defRPr>
            </a:defPPr>
            <a:lvl1pPr>
              <a:defRPr sz="6750" b="1">
                <a:solidFill>
                  <a:srgbClr val="24231F"/>
                </a:solidFill>
              </a:defRPr>
            </a:lvl1pPr>
            <a:lvl2pPr>
              <a:defRPr sz="6750" b="1">
                <a:solidFill>
                  <a:srgbClr val="24231F"/>
                </a:solidFill>
              </a:defRPr>
            </a:lvl2pPr>
            <a:lvl3pPr>
              <a:defRPr sz="6750" b="1">
                <a:solidFill>
                  <a:srgbClr val="24231F"/>
                </a:solidFill>
              </a:defRPr>
            </a:lvl3pPr>
            <a:lvl4pPr>
              <a:defRPr sz="6750" b="1">
                <a:solidFill>
                  <a:srgbClr val="24231F"/>
                </a:solidFill>
              </a:defRPr>
            </a:lvl4pPr>
            <a:lvl5pPr>
              <a:defRPr sz="6750" b="1">
                <a:solidFill>
                  <a:srgbClr val="24231F"/>
                </a:solidFill>
              </a:defRPr>
            </a:lvl5pPr>
            <a:lvl6pPr>
              <a:defRPr sz="6750" b="1">
                <a:solidFill>
                  <a:srgbClr val="24231F"/>
                </a:solidFill>
              </a:defRPr>
            </a:lvl6pPr>
            <a:lvl7pPr>
              <a:defRPr sz="6750" b="1">
                <a:solidFill>
                  <a:srgbClr val="24231F"/>
                </a:solidFill>
              </a:defRPr>
            </a:lvl7pPr>
            <a:lvl8pPr>
              <a:defRPr sz="6750" b="1">
                <a:solidFill>
                  <a:srgbClr val="24231F"/>
                </a:solidFill>
              </a:defRPr>
            </a:lvl8pPr>
            <a:lvl9pPr>
              <a:defRPr sz="6750" b="1">
                <a:solidFill>
                  <a:srgbClr val="24231F"/>
                </a:solidFill>
              </a:defRPr>
            </a:lvl9pPr>
          </a:lstStyle>
          <a:p>
            <a:pPr>
              <a:defRPr sz="6750" b="1">
                <a:solidFill>
                  <a:srgbClr val="24231F"/>
                </a:solidFill>
              </a:defRPr>
            </a:pPr>
            <a:r>
              <a:rPr sz="6750" b="1">
                <a:solidFill>
                  <a:srgbClr val="24231F"/>
                </a:solidFill>
              </a:rPr>
              <a:t>市井</a:t>
            </a:r>
            <a:endParaRPr sz="6750" b="1">
              <a:solidFill>
                <a:srgbClr val="24231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95300" y="2095500"/>
            <a:ext cx="41910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6750" b="1">
                <a:solidFill>
                  <a:srgbClr val="AE3D2E"/>
                </a:solidFill>
              </a:defRPr>
            </a:defPPr>
            <a:lvl1pPr>
              <a:defRPr sz="6750" b="1">
                <a:solidFill>
                  <a:srgbClr val="AE3D2E"/>
                </a:solidFill>
              </a:defRPr>
            </a:lvl1pPr>
            <a:lvl2pPr>
              <a:defRPr sz="6750" b="1">
                <a:solidFill>
                  <a:srgbClr val="AE3D2E"/>
                </a:solidFill>
              </a:defRPr>
            </a:lvl2pPr>
            <a:lvl3pPr>
              <a:defRPr sz="6750" b="1">
                <a:solidFill>
                  <a:srgbClr val="AE3D2E"/>
                </a:solidFill>
              </a:defRPr>
            </a:lvl3pPr>
            <a:lvl4pPr>
              <a:defRPr sz="6750" b="1">
                <a:solidFill>
                  <a:srgbClr val="AE3D2E"/>
                </a:solidFill>
              </a:defRPr>
            </a:lvl4pPr>
            <a:lvl5pPr>
              <a:defRPr sz="6750" b="1">
                <a:solidFill>
                  <a:srgbClr val="AE3D2E"/>
                </a:solidFill>
              </a:defRPr>
            </a:lvl5pPr>
            <a:lvl6pPr>
              <a:defRPr sz="6750" b="1">
                <a:solidFill>
                  <a:srgbClr val="AE3D2E"/>
                </a:solidFill>
              </a:defRPr>
            </a:lvl6pPr>
            <a:lvl7pPr>
              <a:defRPr sz="6750" b="1">
                <a:solidFill>
                  <a:srgbClr val="AE3D2E"/>
                </a:solidFill>
              </a:defRPr>
            </a:lvl7pPr>
            <a:lvl8pPr>
              <a:defRPr sz="6750" b="1">
                <a:solidFill>
                  <a:srgbClr val="AE3D2E"/>
                </a:solidFill>
              </a:defRPr>
            </a:lvl8pPr>
            <a:lvl9pPr>
              <a:defRPr sz="6750" b="1">
                <a:solidFill>
                  <a:srgbClr val="AE3D2E"/>
                </a:solidFill>
              </a:defRPr>
            </a:lvl9pPr>
          </a:lstStyle>
          <a:p>
            <a:pPr>
              <a:defRPr sz="6750" b="1">
                <a:solidFill>
                  <a:srgbClr val="AE3D2E"/>
                </a:solidFill>
              </a:defRPr>
            </a:pPr>
            <a:r>
              <a:rPr sz="6750" b="1">
                <a:solidFill>
                  <a:srgbClr val="AE3D2E"/>
                </a:solidFill>
              </a:rPr>
              <a:t>烟火</a:t>
            </a:r>
            <a:endParaRPr sz="6750" b="1">
              <a:solidFill>
                <a:srgbClr val="AE3D2E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4105275"/>
            <a:ext cx="47625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24231F"/>
                </a:solidFill>
              </a:defRPr>
            </a:defPPr>
            <a:lvl1pPr>
              <a:defRPr sz="2550" b="0">
                <a:solidFill>
                  <a:srgbClr val="24231F"/>
                </a:solidFill>
              </a:defRPr>
            </a:lvl1pPr>
            <a:lvl2pPr>
              <a:defRPr sz="2550" b="0">
                <a:solidFill>
                  <a:srgbClr val="24231F"/>
                </a:solidFill>
              </a:defRPr>
            </a:lvl2pPr>
            <a:lvl3pPr>
              <a:defRPr sz="2550" b="0">
                <a:solidFill>
                  <a:srgbClr val="24231F"/>
                </a:solidFill>
              </a:defRPr>
            </a:lvl3pPr>
            <a:lvl4pPr>
              <a:defRPr sz="2550" b="0">
                <a:solidFill>
                  <a:srgbClr val="24231F"/>
                </a:solidFill>
              </a:defRPr>
            </a:lvl4pPr>
            <a:lvl5pPr>
              <a:defRPr sz="2550" b="0">
                <a:solidFill>
                  <a:srgbClr val="24231F"/>
                </a:solidFill>
              </a:defRPr>
            </a:lvl5pPr>
            <a:lvl6pPr>
              <a:defRPr sz="2550" b="0">
                <a:solidFill>
                  <a:srgbClr val="24231F"/>
                </a:solidFill>
              </a:defRPr>
            </a:lvl6pPr>
            <a:lvl7pPr>
              <a:defRPr sz="2550" b="0">
                <a:solidFill>
                  <a:srgbClr val="24231F"/>
                </a:solidFill>
              </a:defRPr>
            </a:lvl7pPr>
            <a:lvl8pPr>
              <a:defRPr sz="2550" b="0">
                <a:solidFill>
                  <a:srgbClr val="24231F"/>
                </a:solidFill>
              </a:defRPr>
            </a:lvl8pPr>
            <a:lvl9pPr>
              <a:defRPr sz="2550" b="0">
                <a:solidFill>
                  <a:srgbClr val="24231F"/>
                </a:solidFill>
              </a:defRPr>
            </a:lvl9pPr>
          </a:lstStyle>
          <a:p>
            <a:pPr>
              <a:defRPr sz="2550" b="0">
                <a:solidFill>
                  <a:srgbClr val="24231F"/>
                </a:solidFill>
              </a:defRPr>
            </a:pPr>
            <a:r>
              <a:rPr sz="2550" b="0">
                <a:solidFill>
                  <a:srgbClr val="24231F"/>
                </a:solidFill>
              </a:rPr>
              <a:t>瓦檐   布幌   摊铺</a:t>
            </a:r>
            <a:endParaRPr sz="2550" b="0">
              <a:solidFill>
                <a:srgbClr val="24231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5476875"/>
            <a:ext cx="61912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4231F"/>
                </a:solidFill>
              </a:defRPr>
            </a:defPPr>
            <a:lvl1pPr>
              <a:defRPr sz="2100" b="0">
                <a:solidFill>
                  <a:srgbClr val="24231F"/>
                </a:solidFill>
              </a:defRPr>
            </a:lvl1pPr>
            <a:lvl2pPr>
              <a:defRPr sz="2100" b="0">
                <a:solidFill>
                  <a:srgbClr val="24231F"/>
                </a:solidFill>
              </a:defRPr>
            </a:lvl2pPr>
            <a:lvl3pPr>
              <a:defRPr sz="2100" b="0">
                <a:solidFill>
                  <a:srgbClr val="24231F"/>
                </a:solidFill>
              </a:defRPr>
            </a:lvl3pPr>
            <a:lvl4pPr>
              <a:defRPr sz="2100" b="0">
                <a:solidFill>
                  <a:srgbClr val="24231F"/>
                </a:solidFill>
              </a:defRPr>
            </a:lvl4pPr>
            <a:lvl5pPr>
              <a:defRPr sz="2100" b="0">
                <a:solidFill>
                  <a:srgbClr val="24231F"/>
                </a:solidFill>
              </a:defRPr>
            </a:lvl5pPr>
            <a:lvl6pPr>
              <a:defRPr sz="2100" b="0">
                <a:solidFill>
                  <a:srgbClr val="24231F"/>
                </a:solidFill>
              </a:defRPr>
            </a:lvl6pPr>
            <a:lvl7pPr>
              <a:defRPr sz="2100" b="0">
                <a:solidFill>
                  <a:srgbClr val="24231F"/>
                </a:solidFill>
              </a:defRPr>
            </a:lvl7pPr>
            <a:lvl8pPr>
              <a:defRPr sz="2100" b="0">
                <a:solidFill>
                  <a:srgbClr val="24231F"/>
                </a:solidFill>
              </a:defRPr>
            </a:lvl8pPr>
            <a:lvl9pPr>
              <a:defRPr sz="2100" b="0">
                <a:solidFill>
                  <a:srgbClr val="24231F"/>
                </a:solidFill>
              </a:defRPr>
            </a:lvl9pPr>
          </a:lstStyle>
          <a:p>
            <a:pPr>
              <a:defRPr sz="2100" b="0">
                <a:solidFill>
                  <a:srgbClr val="24231F"/>
                </a:solidFill>
              </a:defRPr>
            </a:pPr>
            <a:r>
              <a:rPr sz="2100" b="0">
                <a:solidFill>
                  <a:srgbClr val="24231F"/>
                </a:solidFill>
              </a:rPr>
              <a:t>日常器物，进入街巷叙事</a:t>
            </a:r>
            <a:endParaRPr sz="2100" b="0">
              <a:solidFill>
                <a:srgbClr val="24231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572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86F61"/>
                </a:solidFill>
              </a:defRPr>
            </a:defPPr>
            <a:lvl1pPr>
              <a:defRPr sz="1425" b="0">
                <a:solidFill>
                  <a:srgbClr val="786F61"/>
                </a:solidFill>
              </a:defRPr>
            </a:lvl1pPr>
            <a:lvl2pPr>
              <a:defRPr sz="1425" b="0">
                <a:solidFill>
                  <a:srgbClr val="786F61"/>
                </a:solidFill>
              </a:defRPr>
            </a:lvl2pPr>
            <a:lvl3pPr>
              <a:defRPr sz="1425" b="0">
                <a:solidFill>
                  <a:srgbClr val="786F61"/>
                </a:solidFill>
              </a:defRPr>
            </a:lvl3pPr>
            <a:lvl4pPr>
              <a:defRPr sz="1425" b="0">
                <a:solidFill>
                  <a:srgbClr val="786F61"/>
                </a:solidFill>
              </a:defRPr>
            </a:lvl4pPr>
            <a:lvl5pPr>
              <a:defRPr sz="1425" b="0">
                <a:solidFill>
                  <a:srgbClr val="786F61"/>
                </a:solidFill>
              </a:defRPr>
            </a:lvl5pPr>
            <a:lvl6pPr>
              <a:defRPr sz="1425" b="0">
                <a:solidFill>
                  <a:srgbClr val="786F61"/>
                </a:solidFill>
              </a:defRPr>
            </a:lvl6pPr>
            <a:lvl7pPr>
              <a:defRPr sz="1425" b="0">
                <a:solidFill>
                  <a:srgbClr val="786F61"/>
                </a:solidFill>
              </a:defRPr>
            </a:lvl7pPr>
            <a:lvl8pPr>
              <a:defRPr sz="1425" b="0">
                <a:solidFill>
                  <a:srgbClr val="786F61"/>
                </a:solidFill>
              </a:defRPr>
            </a:lvl8pPr>
            <a:lvl9pPr>
              <a:defRPr sz="1425" b="0">
                <a:solidFill>
                  <a:srgbClr val="786F61"/>
                </a:solidFill>
              </a:defRPr>
            </a:lvl9pPr>
          </a:lstStyle>
          <a:p>
            <a:pPr>
              <a:defRPr sz="1425" b="0">
                <a:solidFill>
                  <a:srgbClr val="786F61"/>
                </a:solidFill>
              </a:defRPr>
            </a:pPr>
            <a:r>
              <a:rPr sz="1425" b="0">
                <a:solidFill>
                  <a:srgbClr val="786F61"/>
                </a:solidFill>
              </a:rPr>
              <a:t>04   /   时间叙事</a:t>
            </a:r>
            <a:endParaRPr sz="1425" b="0">
              <a:solidFill>
                <a:srgbClr val="786F6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63300" y="62960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786F61"/>
                </a:solidFill>
              </a:defRPr>
            </a:defPPr>
            <a:lvl1pPr>
              <a:defRPr sz="1350" b="0">
                <a:solidFill>
                  <a:srgbClr val="786F61"/>
                </a:solidFill>
              </a:defRPr>
            </a:lvl1pPr>
            <a:lvl2pPr>
              <a:defRPr sz="1350" b="0">
                <a:solidFill>
                  <a:srgbClr val="786F61"/>
                </a:solidFill>
              </a:defRPr>
            </a:lvl2pPr>
            <a:lvl3pPr>
              <a:defRPr sz="1350" b="0">
                <a:solidFill>
                  <a:srgbClr val="786F61"/>
                </a:solidFill>
              </a:defRPr>
            </a:lvl3pPr>
            <a:lvl4pPr>
              <a:defRPr sz="1350" b="0">
                <a:solidFill>
                  <a:srgbClr val="786F61"/>
                </a:solidFill>
              </a:defRPr>
            </a:lvl4pPr>
            <a:lvl5pPr>
              <a:defRPr sz="1350" b="0">
                <a:solidFill>
                  <a:srgbClr val="786F61"/>
                </a:solidFill>
              </a:defRPr>
            </a:lvl5pPr>
            <a:lvl6pPr>
              <a:defRPr sz="1350" b="0">
                <a:solidFill>
                  <a:srgbClr val="786F61"/>
                </a:solidFill>
              </a:defRPr>
            </a:lvl6pPr>
            <a:lvl7pPr>
              <a:defRPr sz="1350" b="0">
                <a:solidFill>
                  <a:srgbClr val="786F61"/>
                </a:solidFill>
              </a:defRPr>
            </a:lvl7pPr>
            <a:lvl8pPr>
              <a:defRPr sz="1350" b="0">
                <a:solidFill>
                  <a:srgbClr val="786F61"/>
                </a:solidFill>
              </a:defRPr>
            </a:lvl8pPr>
            <a:lvl9pPr>
              <a:defRPr sz="1350" b="0">
                <a:solidFill>
                  <a:srgbClr val="786F61"/>
                </a:solidFill>
              </a:defRPr>
            </a:lvl9pPr>
          </a:lstStyle>
          <a:p>
            <a:pPr>
              <a:defRPr sz="1350" b="0">
                <a:solidFill>
                  <a:srgbClr val="786F61"/>
                </a:solidFill>
              </a:defRPr>
            </a:pPr>
            <a:r>
              <a:rPr sz="1350" b="0">
                <a:solidFill>
                  <a:srgbClr val="786F61"/>
                </a:solidFill>
              </a:rPr>
              <a:t>05</a:t>
            </a:r>
            <a:endParaRPr sz="1350" b="0">
              <a:solidFill>
                <a:srgbClr val="786F6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885825"/>
            <a:ext cx="10477500" cy="1095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7050" b="1">
                <a:solidFill>
                  <a:srgbClr val="24231F"/>
                </a:solidFill>
              </a:defRPr>
            </a:defPPr>
            <a:lvl1pPr>
              <a:defRPr sz="7050" b="1">
                <a:solidFill>
                  <a:srgbClr val="24231F"/>
                </a:solidFill>
              </a:defRPr>
            </a:lvl1pPr>
            <a:lvl2pPr>
              <a:defRPr sz="7050" b="1">
                <a:solidFill>
                  <a:srgbClr val="24231F"/>
                </a:solidFill>
              </a:defRPr>
            </a:lvl2pPr>
            <a:lvl3pPr>
              <a:defRPr sz="7050" b="1">
                <a:solidFill>
                  <a:srgbClr val="24231F"/>
                </a:solidFill>
              </a:defRPr>
            </a:lvl3pPr>
            <a:lvl4pPr>
              <a:defRPr sz="7050" b="1">
                <a:solidFill>
                  <a:srgbClr val="24231F"/>
                </a:solidFill>
              </a:defRPr>
            </a:lvl4pPr>
            <a:lvl5pPr>
              <a:defRPr sz="7050" b="1">
                <a:solidFill>
                  <a:srgbClr val="24231F"/>
                </a:solidFill>
              </a:defRPr>
            </a:lvl5pPr>
            <a:lvl6pPr>
              <a:defRPr sz="7050" b="1">
                <a:solidFill>
                  <a:srgbClr val="24231F"/>
                </a:solidFill>
              </a:defRPr>
            </a:lvl6pPr>
            <a:lvl7pPr>
              <a:defRPr sz="7050" b="1">
                <a:solidFill>
                  <a:srgbClr val="24231F"/>
                </a:solidFill>
              </a:defRPr>
            </a:lvl7pPr>
            <a:lvl8pPr>
              <a:defRPr sz="7050" b="1">
                <a:solidFill>
                  <a:srgbClr val="24231F"/>
                </a:solidFill>
              </a:defRPr>
            </a:lvl8pPr>
            <a:lvl9pPr>
              <a:defRPr sz="7050" b="1">
                <a:solidFill>
                  <a:srgbClr val="24231F"/>
                </a:solidFill>
              </a:defRPr>
            </a:lvl9pPr>
          </a:lstStyle>
          <a:p>
            <a:pPr>
              <a:defRPr sz="7050" b="1">
                <a:solidFill>
                  <a:srgbClr val="24231F"/>
                </a:solidFill>
              </a:defRPr>
            </a:pPr>
            <a:r>
              <a:rPr sz="7050" b="1">
                <a:solidFill>
                  <a:srgbClr val="24231F"/>
                </a:solidFill>
              </a:rPr>
              <a:t>一日三市</a:t>
            </a:r>
            <a:endParaRPr sz="7050" b="1">
              <a:solidFill>
                <a:srgbClr val="24231F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39566"/>
            <a:ext cx="4476750" cy="2797969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552450" y="5019675"/>
            <a:ext cx="32385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500" b="1">
                <a:solidFill>
                  <a:srgbClr val="24231F"/>
                </a:solidFill>
              </a:defRPr>
            </a:defPPr>
            <a:lvl1pPr>
              <a:defRPr sz="4500" b="1">
                <a:solidFill>
                  <a:srgbClr val="24231F"/>
                </a:solidFill>
              </a:defRPr>
            </a:lvl1pPr>
            <a:lvl2pPr>
              <a:defRPr sz="4500" b="1">
                <a:solidFill>
                  <a:srgbClr val="24231F"/>
                </a:solidFill>
              </a:defRPr>
            </a:lvl2pPr>
            <a:lvl3pPr>
              <a:defRPr sz="4500" b="1">
                <a:solidFill>
                  <a:srgbClr val="24231F"/>
                </a:solidFill>
              </a:defRPr>
            </a:lvl3pPr>
            <a:lvl4pPr>
              <a:defRPr sz="4500" b="1">
                <a:solidFill>
                  <a:srgbClr val="24231F"/>
                </a:solidFill>
              </a:defRPr>
            </a:lvl4pPr>
            <a:lvl5pPr>
              <a:defRPr sz="4500" b="1">
                <a:solidFill>
                  <a:srgbClr val="24231F"/>
                </a:solidFill>
              </a:defRPr>
            </a:lvl5pPr>
            <a:lvl6pPr>
              <a:defRPr sz="4500" b="1">
                <a:solidFill>
                  <a:srgbClr val="24231F"/>
                </a:solidFill>
              </a:defRPr>
            </a:lvl6pPr>
            <a:lvl7pPr>
              <a:defRPr sz="4500" b="1">
                <a:solidFill>
                  <a:srgbClr val="24231F"/>
                </a:solidFill>
              </a:defRPr>
            </a:lvl7pPr>
            <a:lvl8pPr>
              <a:defRPr sz="4500" b="1">
                <a:solidFill>
                  <a:srgbClr val="24231F"/>
                </a:solidFill>
              </a:defRPr>
            </a:lvl8pPr>
            <a:lvl9pPr>
              <a:defRPr sz="4500" b="1">
                <a:solidFill>
                  <a:srgbClr val="24231F"/>
                </a:solidFill>
              </a:defRPr>
            </a:lvl9pPr>
          </a:lstStyle>
          <a:p>
            <a:pPr>
              <a:defRPr sz="4500" b="1">
                <a:solidFill>
                  <a:srgbClr val="24231F"/>
                </a:solidFill>
              </a:defRPr>
            </a:pPr>
            <a:r>
              <a:rPr sz="4500" b="1">
                <a:solidFill>
                  <a:srgbClr val="24231F"/>
                </a:solidFill>
              </a:rPr>
              <a:t>晨起</a:t>
            </a:r>
            <a:endParaRPr sz="4500" b="1">
              <a:solidFill>
                <a:srgbClr val="24231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90550" y="5848350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4231F"/>
                </a:solidFill>
              </a:defRPr>
            </a:defPPr>
            <a:lvl1pPr>
              <a:defRPr sz="2100" b="0">
                <a:solidFill>
                  <a:srgbClr val="24231F"/>
                </a:solidFill>
              </a:defRPr>
            </a:lvl1pPr>
            <a:lvl2pPr>
              <a:defRPr sz="2100" b="0">
                <a:solidFill>
                  <a:srgbClr val="24231F"/>
                </a:solidFill>
              </a:defRPr>
            </a:lvl2pPr>
            <a:lvl3pPr>
              <a:defRPr sz="2100" b="0">
                <a:solidFill>
                  <a:srgbClr val="24231F"/>
                </a:solidFill>
              </a:defRPr>
            </a:lvl3pPr>
            <a:lvl4pPr>
              <a:defRPr sz="2100" b="0">
                <a:solidFill>
                  <a:srgbClr val="24231F"/>
                </a:solidFill>
              </a:defRPr>
            </a:lvl4pPr>
            <a:lvl5pPr>
              <a:defRPr sz="2100" b="0">
                <a:solidFill>
                  <a:srgbClr val="24231F"/>
                </a:solidFill>
              </a:defRPr>
            </a:lvl5pPr>
            <a:lvl6pPr>
              <a:defRPr sz="2100" b="0">
                <a:solidFill>
                  <a:srgbClr val="24231F"/>
                </a:solidFill>
              </a:defRPr>
            </a:lvl6pPr>
            <a:lvl7pPr>
              <a:defRPr sz="2100" b="0">
                <a:solidFill>
                  <a:srgbClr val="24231F"/>
                </a:solidFill>
              </a:defRPr>
            </a:lvl7pPr>
            <a:lvl8pPr>
              <a:defRPr sz="2100" b="0">
                <a:solidFill>
                  <a:srgbClr val="24231F"/>
                </a:solidFill>
              </a:defRPr>
            </a:lvl8pPr>
            <a:lvl9pPr>
              <a:defRPr sz="2100" b="0">
                <a:solidFill>
                  <a:srgbClr val="24231F"/>
                </a:solidFill>
              </a:defRPr>
            </a:lvl9pPr>
          </a:lstStyle>
          <a:p>
            <a:pPr>
              <a:defRPr sz="2100" b="0">
                <a:solidFill>
                  <a:srgbClr val="24231F"/>
                </a:solidFill>
              </a:defRPr>
            </a:pPr>
            <a:r>
              <a:rPr sz="2100" b="0">
                <a:solidFill>
                  <a:srgbClr val="24231F"/>
                </a:solidFill>
              </a:rPr>
              <a:t>茶与早点</a:t>
            </a:r>
            <a:endParaRPr sz="2100" b="0">
              <a:solidFill>
                <a:srgbClr val="24231F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0" y="2239566"/>
            <a:ext cx="4476750" cy="2797969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4457700" y="5019675"/>
            <a:ext cx="32385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500" b="1">
                <a:solidFill>
                  <a:srgbClr val="24231F"/>
                </a:solidFill>
              </a:defRPr>
            </a:defPPr>
            <a:lvl1pPr>
              <a:defRPr sz="4500" b="1">
                <a:solidFill>
                  <a:srgbClr val="24231F"/>
                </a:solidFill>
              </a:defRPr>
            </a:lvl1pPr>
            <a:lvl2pPr>
              <a:defRPr sz="4500" b="1">
                <a:solidFill>
                  <a:srgbClr val="24231F"/>
                </a:solidFill>
              </a:defRPr>
            </a:lvl2pPr>
            <a:lvl3pPr>
              <a:defRPr sz="4500" b="1">
                <a:solidFill>
                  <a:srgbClr val="24231F"/>
                </a:solidFill>
              </a:defRPr>
            </a:lvl3pPr>
            <a:lvl4pPr>
              <a:defRPr sz="4500" b="1">
                <a:solidFill>
                  <a:srgbClr val="24231F"/>
                </a:solidFill>
              </a:defRPr>
            </a:lvl4pPr>
            <a:lvl5pPr>
              <a:defRPr sz="4500" b="1">
                <a:solidFill>
                  <a:srgbClr val="24231F"/>
                </a:solidFill>
              </a:defRPr>
            </a:lvl5pPr>
            <a:lvl6pPr>
              <a:defRPr sz="4500" b="1">
                <a:solidFill>
                  <a:srgbClr val="24231F"/>
                </a:solidFill>
              </a:defRPr>
            </a:lvl6pPr>
            <a:lvl7pPr>
              <a:defRPr sz="4500" b="1">
                <a:solidFill>
                  <a:srgbClr val="24231F"/>
                </a:solidFill>
              </a:defRPr>
            </a:lvl7pPr>
            <a:lvl8pPr>
              <a:defRPr sz="4500" b="1">
                <a:solidFill>
                  <a:srgbClr val="24231F"/>
                </a:solidFill>
              </a:defRPr>
            </a:lvl8pPr>
            <a:lvl9pPr>
              <a:defRPr sz="4500" b="1">
                <a:solidFill>
                  <a:srgbClr val="24231F"/>
                </a:solidFill>
              </a:defRPr>
            </a:lvl9pPr>
          </a:lstStyle>
          <a:p>
            <a:pPr>
              <a:defRPr sz="4500" b="1">
                <a:solidFill>
                  <a:srgbClr val="24231F"/>
                </a:solidFill>
              </a:defRPr>
            </a:pPr>
            <a:r>
              <a:rPr sz="4500" b="1">
                <a:solidFill>
                  <a:srgbClr val="24231F"/>
                </a:solidFill>
              </a:rPr>
              <a:t>午游</a:t>
            </a:r>
            <a:endParaRPr sz="4500" b="1">
              <a:solidFill>
                <a:srgbClr val="24231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95800" y="5848350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4231F"/>
                </a:solidFill>
              </a:defRPr>
            </a:defPPr>
            <a:lvl1pPr>
              <a:defRPr sz="2100" b="0">
                <a:solidFill>
                  <a:srgbClr val="24231F"/>
                </a:solidFill>
              </a:defRPr>
            </a:lvl1pPr>
            <a:lvl2pPr>
              <a:defRPr sz="2100" b="0">
                <a:solidFill>
                  <a:srgbClr val="24231F"/>
                </a:solidFill>
              </a:defRPr>
            </a:lvl2pPr>
            <a:lvl3pPr>
              <a:defRPr sz="2100" b="0">
                <a:solidFill>
                  <a:srgbClr val="24231F"/>
                </a:solidFill>
              </a:defRPr>
            </a:lvl3pPr>
            <a:lvl4pPr>
              <a:defRPr sz="2100" b="0">
                <a:solidFill>
                  <a:srgbClr val="24231F"/>
                </a:solidFill>
              </a:defRPr>
            </a:lvl4pPr>
            <a:lvl5pPr>
              <a:defRPr sz="2100" b="0">
                <a:solidFill>
                  <a:srgbClr val="24231F"/>
                </a:solidFill>
              </a:defRPr>
            </a:lvl5pPr>
            <a:lvl6pPr>
              <a:defRPr sz="2100" b="0">
                <a:solidFill>
                  <a:srgbClr val="24231F"/>
                </a:solidFill>
              </a:defRPr>
            </a:lvl6pPr>
            <a:lvl7pPr>
              <a:defRPr sz="2100" b="0">
                <a:solidFill>
                  <a:srgbClr val="24231F"/>
                </a:solidFill>
              </a:defRPr>
            </a:lvl7pPr>
            <a:lvl8pPr>
              <a:defRPr sz="2100" b="0">
                <a:solidFill>
                  <a:srgbClr val="24231F"/>
                </a:solidFill>
              </a:defRPr>
            </a:lvl8pPr>
            <a:lvl9pPr>
              <a:defRPr sz="2100" b="0">
                <a:solidFill>
                  <a:srgbClr val="24231F"/>
                </a:solidFill>
              </a:defRPr>
            </a:lvl9pPr>
          </a:lstStyle>
          <a:p>
            <a:pPr>
              <a:defRPr sz="2100" b="0">
                <a:solidFill>
                  <a:srgbClr val="24231F"/>
                </a:solidFill>
              </a:defRPr>
            </a:pPr>
            <a:r>
              <a:rPr sz="2100" b="0">
                <a:solidFill>
                  <a:srgbClr val="24231F"/>
                </a:solidFill>
              </a:rPr>
              <a:t>扇与杂货</a:t>
            </a:r>
            <a:endParaRPr sz="2100" b="0">
              <a:solidFill>
                <a:srgbClr val="24231F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0" y="2239566"/>
            <a:ext cx="4476750" cy="2797969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8362950" y="5019675"/>
            <a:ext cx="32385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500" b="1">
                <a:solidFill>
                  <a:srgbClr val="AE3D2E"/>
                </a:solidFill>
              </a:defRPr>
            </a:defPPr>
            <a:lvl1pPr>
              <a:defRPr sz="4500" b="1">
                <a:solidFill>
                  <a:srgbClr val="AE3D2E"/>
                </a:solidFill>
              </a:defRPr>
            </a:lvl1pPr>
            <a:lvl2pPr>
              <a:defRPr sz="4500" b="1">
                <a:solidFill>
                  <a:srgbClr val="AE3D2E"/>
                </a:solidFill>
              </a:defRPr>
            </a:lvl2pPr>
            <a:lvl3pPr>
              <a:defRPr sz="4500" b="1">
                <a:solidFill>
                  <a:srgbClr val="AE3D2E"/>
                </a:solidFill>
              </a:defRPr>
            </a:lvl3pPr>
            <a:lvl4pPr>
              <a:defRPr sz="4500" b="1">
                <a:solidFill>
                  <a:srgbClr val="AE3D2E"/>
                </a:solidFill>
              </a:defRPr>
            </a:lvl4pPr>
            <a:lvl5pPr>
              <a:defRPr sz="4500" b="1">
                <a:solidFill>
                  <a:srgbClr val="AE3D2E"/>
                </a:solidFill>
              </a:defRPr>
            </a:lvl5pPr>
            <a:lvl6pPr>
              <a:defRPr sz="4500" b="1">
                <a:solidFill>
                  <a:srgbClr val="AE3D2E"/>
                </a:solidFill>
              </a:defRPr>
            </a:lvl6pPr>
            <a:lvl7pPr>
              <a:defRPr sz="4500" b="1">
                <a:solidFill>
                  <a:srgbClr val="AE3D2E"/>
                </a:solidFill>
              </a:defRPr>
            </a:lvl7pPr>
            <a:lvl8pPr>
              <a:defRPr sz="4500" b="1">
                <a:solidFill>
                  <a:srgbClr val="AE3D2E"/>
                </a:solidFill>
              </a:defRPr>
            </a:lvl8pPr>
            <a:lvl9pPr>
              <a:defRPr sz="4500" b="1">
                <a:solidFill>
                  <a:srgbClr val="AE3D2E"/>
                </a:solidFill>
              </a:defRPr>
            </a:lvl9pPr>
          </a:lstStyle>
          <a:p>
            <a:pPr>
              <a:defRPr sz="4500" b="1">
                <a:solidFill>
                  <a:srgbClr val="AE3D2E"/>
                </a:solidFill>
              </a:defRPr>
            </a:pPr>
            <a:r>
              <a:rPr sz="4500" b="1">
                <a:solidFill>
                  <a:srgbClr val="AE3D2E"/>
                </a:solidFill>
              </a:rPr>
              <a:t>夜赏</a:t>
            </a:r>
            <a:endParaRPr sz="4500" b="1">
              <a:solidFill>
                <a:srgbClr val="AE3D2E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401050" y="5848350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4231F"/>
                </a:solidFill>
              </a:defRPr>
            </a:defPPr>
            <a:lvl1pPr>
              <a:defRPr sz="2100" b="0">
                <a:solidFill>
                  <a:srgbClr val="24231F"/>
                </a:solidFill>
              </a:defRPr>
            </a:lvl1pPr>
            <a:lvl2pPr>
              <a:defRPr sz="2100" b="0">
                <a:solidFill>
                  <a:srgbClr val="24231F"/>
                </a:solidFill>
              </a:defRPr>
            </a:lvl2pPr>
            <a:lvl3pPr>
              <a:defRPr sz="2100" b="0">
                <a:solidFill>
                  <a:srgbClr val="24231F"/>
                </a:solidFill>
              </a:defRPr>
            </a:lvl3pPr>
            <a:lvl4pPr>
              <a:defRPr sz="2100" b="0">
                <a:solidFill>
                  <a:srgbClr val="24231F"/>
                </a:solidFill>
              </a:defRPr>
            </a:lvl4pPr>
            <a:lvl5pPr>
              <a:defRPr sz="2100" b="0">
                <a:solidFill>
                  <a:srgbClr val="24231F"/>
                </a:solidFill>
              </a:defRPr>
            </a:lvl5pPr>
            <a:lvl6pPr>
              <a:defRPr sz="2100" b="0">
                <a:solidFill>
                  <a:srgbClr val="24231F"/>
                </a:solidFill>
              </a:defRPr>
            </a:lvl6pPr>
            <a:lvl7pPr>
              <a:defRPr sz="2100" b="0">
                <a:solidFill>
                  <a:srgbClr val="24231F"/>
                </a:solidFill>
              </a:defRPr>
            </a:lvl7pPr>
            <a:lvl8pPr>
              <a:defRPr sz="2100" b="0">
                <a:solidFill>
                  <a:srgbClr val="24231F"/>
                </a:solidFill>
              </a:defRPr>
            </a:lvl8pPr>
            <a:lvl9pPr>
              <a:defRPr sz="2100" b="0">
                <a:solidFill>
                  <a:srgbClr val="24231F"/>
                </a:solidFill>
              </a:defRPr>
            </a:lvl9pPr>
          </a:lstStyle>
          <a:p>
            <a:pPr>
              <a:defRPr sz="2100" b="0">
                <a:solidFill>
                  <a:srgbClr val="24231F"/>
                </a:solidFill>
              </a:defRPr>
            </a:pPr>
            <a:r>
              <a:rPr sz="2100" b="0">
                <a:solidFill>
                  <a:srgbClr val="24231F"/>
                </a:solidFill>
              </a:rPr>
              <a:t>灯与器物</a:t>
            </a:r>
            <a:endParaRPr sz="2100" b="0">
              <a:solidFill>
                <a:srgbClr val="24231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572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86F61"/>
                </a:solidFill>
              </a:defRPr>
            </a:defPPr>
            <a:lvl1pPr>
              <a:defRPr sz="1425" b="0">
                <a:solidFill>
                  <a:srgbClr val="786F61"/>
                </a:solidFill>
              </a:defRPr>
            </a:lvl1pPr>
            <a:lvl2pPr>
              <a:defRPr sz="1425" b="0">
                <a:solidFill>
                  <a:srgbClr val="786F61"/>
                </a:solidFill>
              </a:defRPr>
            </a:lvl2pPr>
            <a:lvl3pPr>
              <a:defRPr sz="1425" b="0">
                <a:solidFill>
                  <a:srgbClr val="786F61"/>
                </a:solidFill>
              </a:defRPr>
            </a:lvl3pPr>
            <a:lvl4pPr>
              <a:defRPr sz="1425" b="0">
                <a:solidFill>
                  <a:srgbClr val="786F61"/>
                </a:solidFill>
              </a:defRPr>
            </a:lvl4pPr>
            <a:lvl5pPr>
              <a:defRPr sz="1425" b="0">
                <a:solidFill>
                  <a:srgbClr val="786F61"/>
                </a:solidFill>
              </a:defRPr>
            </a:lvl5pPr>
            <a:lvl6pPr>
              <a:defRPr sz="1425" b="0">
                <a:solidFill>
                  <a:srgbClr val="786F61"/>
                </a:solidFill>
              </a:defRPr>
            </a:lvl6pPr>
            <a:lvl7pPr>
              <a:defRPr sz="1425" b="0">
                <a:solidFill>
                  <a:srgbClr val="786F61"/>
                </a:solidFill>
              </a:defRPr>
            </a:lvl7pPr>
            <a:lvl8pPr>
              <a:defRPr sz="1425" b="0">
                <a:solidFill>
                  <a:srgbClr val="786F61"/>
                </a:solidFill>
              </a:defRPr>
            </a:lvl8pPr>
            <a:lvl9pPr>
              <a:defRPr sz="1425" b="0">
                <a:solidFill>
                  <a:srgbClr val="786F61"/>
                </a:solidFill>
              </a:defRPr>
            </a:lvl9pPr>
          </a:lstStyle>
          <a:p>
            <a:pPr>
              <a:defRPr sz="1425" b="0">
                <a:solidFill>
                  <a:srgbClr val="786F61"/>
                </a:solidFill>
              </a:defRPr>
            </a:pPr>
            <a:r>
              <a:rPr sz="1425" b="0">
                <a:solidFill>
                  <a:srgbClr val="786F61"/>
                </a:solidFill>
              </a:rPr>
              <a:t>05   /   空间组织</a:t>
            </a:r>
            <a:endParaRPr sz="1425" b="0">
              <a:solidFill>
                <a:srgbClr val="786F6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63300" y="62960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786F61"/>
                </a:solidFill>
              </a:defRPr>
            </a:defPPr>
            <a:lvl1pPr>
              <a:defRPr sz="1350" b="0">
                <a:solidFill>
                  <a:srgbClr val="786F61"/>
                </a:solidFill>
              </a:defRPr>
            </a:lvl1pPr>
            <a:lvl2pPr>
              <a:defRPr sz="1350" b="0">
                <a:solidFill>
                  <a:srgbClr val="786F61"/>
                </a:solidFill>
              </a:defRPr>
            </a:lvl2pPr>
            <a:lvl3pPr>
              <a:defRPr sz="1350" b="0">
                <a:solidFill>
                  <a:srgbClr val="786F61"/>
                </a:solidFill>
              </a:defRPr>
            </a:lvl3pPr>
            <a:lvl4pPr>
              <a:defRPr sz="1350" b="0">
                <a:solidFill>
                  <a:srgbClr val="786F61"/>
                </a:solidFill>
              </a:defRPr>
            </a:lvl4pPr>
            <a:lvl5pPr>
              <a:defRPr sz="1350" b="0">
                <a:solidFill>
                  <a:srgbClr val="786F61"/>
                </a:solidFill>
              </a:defRPr>
            </a:lvl5pPr>
            <a:lvl6pPr>
              <a:defRPr sz="1350" b="0">
                <a:solidFill>
                  <a:srgbClr val="786F61"/>
                </a:solidFill>
              </a:defRPr>
            </a:lvl6pPr>
            <a:lvl7pPr>
              <a:defRPr sz="1350" b="0">
                <a:solidFill>
                  <a:srgbClr val="786F61"/>
                </a:solidFill>
              </a:defRPr>
            </a:lvl7pPr>
            <a:lvl8pPr>
              <a:defRPr sz="1350" b="0">
                <a:solidFill>
                  <a:srgbClr val="786F61"/>
                </a:solidFill>
              </a:defRPr>
            </a:lvl8pPr>
            <a:lvl9pPr>
              <a:defRPr sz="1350" b="0">
                <a:solidFill>
                  <a:srgbClr val="786F61"/>
                </a:solidFill>
              </a:defRPr>
            </a:lvl9pPr>
          </a:lstStyle>
          <a:p>
            <a:pPr>
              <a:defRPr sz="1350" b="0">
                <a:solidFill>
                  <a:srgbClr val="786F61"/>
                </a:solidFill>
              </a:defRPr>
            </a:pPr>
            <a:r>
              <a:rPr sz="1350" b="0">
                <a:solidFill>
                  <a:srgbClr val="786F61"/>
                </a:solidFill>
              </a:rPr>
              <a:t>06</a:t>
            </a:r>
            <a:endParaRPr sz="1350" b="0">
              <a:solidFill>
                <a:srgbClr val="786F6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904875"/>
            <a:ext cx="10953750" cy="1000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5700" b="1">
                <a:solidFill>
                  <a:srgbClr val="24231F"/>
                </a:solidFill>
              </a:defRPr>
            </a:defPPr>
            <a:lvl1pPr>
              <a:defRPr sz="5700" b="1">
                <a:solidFill>
                  <a:srgbClr val="24231F"/>
                </a:solidFill>
              </a:defRPr>
            </a:lvl1pPr>
            <a:lvl2pPr>
              <a:defRPr sz="5700" b="1">
                <a:solidFill>
                  <a:srgbClr val="24231F"/>
                </a:solidFill>
              </a:defRPr>
            </a:lvl2pPr>
            <a:lvl3pPr>
              <a:defRPr sz="5700" b="1">
                <a:solidFill>
                  <a:srgbClr val="24231F"/>
                </a:solidFill>
              </a:defRPr>
            </a:lvl3pPr>
            <a:lvl4pPr>
              <a:defRPr sz="5700" b="1">
                <a:solidFill>
                  <a:srgbClr val="24231F"/>
                </a:solidFill>
              </a:defRPr>
            </a:lvl4pPr>
            <a:lvl5pPr>
              <a:defRPr sz="5700" b="1">
                <a:solidFill>
                  <a:srgbClr val="24231F"/>
                </a:solidFill>
              </a:defRPr>
            </a:lvl5pPr>
            <a:lvl6pPr>
              <a:defRPr sz="5700" b="1">
                <a:solidFill>
                  <a:srgbClr val="24231F"/>
                </a:solidFill>
              </a:defRPr>
            </a:lvl6pPr>
            <a:lvl7pPr>
              <a:defRPr sz="5700" b="1">
                <a:solidFill>
                  <a:srgbClr val="24231F"/>
                </a:solidFill>
              </a:defRPr>
            </a:lvl7pPr>
            <a:lvl8pPr>
              <a:defRPr sz="5700" b="1">
                <a:solidFill>
                  <a:srgbClr val="24231F"/>
                </a:solidFill>
              </a:defRPr>
            </a:lvl8pPr>
            <a:lvl9pPr>
              <a:defRPr sz="5700" b="1">
                <a:solidFill>
                  <a:srgbClr val="24231F"/>
                </a:solidFill>
              </a:defRPr>
            </a:lvl9pPr>
          </a:lstStyle>
          <a:p>
            <a:pPr>
              <a:defRPr sz="5700" b="1">
                <a:solidFill>
                  <a:srgbClr val="24231F"/>
                </a:solidFill>
              </a:defRPr>
            </a:pPr>
            <a:r>
              <a:rPr sz="5700" b="1">
                <a:solidFill>
                  <a:srgbClr val="24231F"/>
                </a:solidFill>
              </a:rPr>
              <a:t>入市 · 逛街 · 停留</a:t>
            </a:r>
            <a:endParaRPr sz="5700" b="1">
              <a:solidFill>
                <a:srgbClr val="24231F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6216" b="6216"/>
          <a:stretch>
            <a:fillRect/>
          </a:stretch>
        </p:blipFill>
        <p:spPr>
          <a:xfrm>
            <a:off x="4572000" y="2209800"/>
            <a:ext cx="7048500" cy="3857625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533400" y="2447925"/>
            <a:ext cx="38100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050" b="0">
                <a:solidFill>
                  <a:srgbClr val="AE3D2E"/>
                </a:solidFill>
              </a:defRPr>
            </a:defPPr>
            <a:lvl1pPr>
              <a:defRPr sz="4050" b="0">
                <a:solidFill>
                  <a:srgbClr val="AE3D2E"/>
                </a:solidFill>
              </a:defRPr>
            </a:lvl1pPr>
            <a:lvl2pPr>
              <a:defRPr sz="4050" b="0">
                <a:solidFill>
                  <a:srgbClr val="AE3D2E"/>
                </a:solidFill>
              </a:defRPr>
            </a:lvl2pPr>
            <a:lvl3pPr>
              <a:defRPr sz="4050" b="0">
                <a:solidFill>
                  <a:srgbClr val="AE3D2E"/>
                </a:solidFill>
              </a:defRPr>
            </a:lvl3pPr>
            <a:lvl4pPr>
              <a:defRPr sz="4050" b="0">
                <a:solidFill>
                  <a:srgbClr val="AE3D2E"/>
                </a:solidFill>
              </a:defRPr>
            </a:lvl4pPr>
            <a:lvl5pPr>
              <a:defRPr sz="4050" b="0">
                <a:solidFill>
                  <a:srgbClr val="AE3D2E"/>
                </a:solidFill>
              </a:defRPr>
            </a:lvl5pPr>
            <a:lvl6pPr>
              <a:defRPr sz="4050" b="0">
                <a:solidFill>
                  <a:srgbClr val="AE3D2E"/>
                </a:solidFill>
              </a:defRPr>
            </a:lvl6pPr>
            <a:lvl7pPr>
              <a:defRPr sz="4050" b="0">
                <a:solidFill>
                  <a:srgbClr val="AE3D2E"/>
                </a:solidFill>
              </a:defRPr>
            </a:lvl7pPr>
            <a:lvl8pPr>
              <a:defRPr sz="4050" b="0">
                <a:solidFill>
                  <a:srgbClr val="AE3D2E"/>
                </a:solidFill>
              </a:defRPr>
            </a:lvl8pPr>
            <a:lvl9pPr>
              <a:defRPr sz="4050" b="0">
                <a:solidFill>
                  <a:srgbClr val="AE3D2E"/>
                </a:solidFill>
              </a:defRPr>
            </a:lvl9pPr>
          </a:lstStyle>
          <a:p>
            <a:pPr>
              <a:defRPr sz="4050" b="0">
                <a:solidFill>
                  <a:srgbClr val="AE3D2E"/>
                </a:solidFill>
              </a:defRPr>
            </a:pPr>
            <a:r>
              <a:rPr sz="4050" b="0">
                <a:solidFill>
                  <a:srgbClr val="AE3D2E"/>
                </a:solidFill>
              </a:rPr>
              <a:t>入口</a:t>
            </a:r>
            <a:endParaRPr sz="4050" b="0">
              <a:solidFill>
                <a:srgbClr val="AE3D2E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3495675"/>
            <a:ext cx="38100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050" b="0">
                <a:solidFill>
                  <a:srgbClr val="24231F"/>
                </a:solidFill>
              </a:defRPr>
            </a:defPPr>
            <a:lvl1pPr>
              <a:defRPr sz="4050" b="0">
                <a:solidFill>
                  <a:srgbClr val="24231F"/>
                </a:solidFill>
              </a:defRPr>
            </a:lvl1pPr>
            <a:lvl2pPr>
              <a:defRPr sz="4050" b="0">
                <a:solidFill>
                  <a:srgbClr val="24231F"/>
                </a:solidFill>
              </a:defRPr>
            </a:lvl2pPr>
            <a:lvl3pPr>
              <a:defRPr sz="4050" b="0">
                <a:solidFill>
                  <a:srgbClr val="24231F"/>
                </a:solidFill>
              </a:defRPr>
            </a:lvl3pPr>
            <a:lvl4pPr>
              <a:defRPr sz="4050" b="0">
                <a:solidFill>
                  <a:srgbClr val="24231F"/>
                </a:solidFill>
              </a:defRPr>
            </a:lvl4pPr>
            <a:lvl5pPr>
              <a:defRPr sz="4050" b="0">
                <a:solidFill>
                  <a:srgbClr val="24231F"/>
                </a:solidFill>
              </a:defRPr>
            </a:lvl5pPr>
            <a:lvl6pPr>
              <a:defRPr sz="4050" b="0">
                <a:solidFill>
                  <a:srgbClr val="24231F"/>
                </a:solidFill>
              </a:defRPr>
            </a:lvl6pPr>
            <a:lvl7pPr>
              <a:defRPr sz="4050" b="0">
                <a:solidFill>
                  <a:srgbClr val="24231F"/>
                </a:solidFill>
              </a:defRPr>
            </a:lvl7pPr>
            <a:lvl8pPr>
              <a:defRPr sz="4050" b="0">
                <a:solidFill>
                  <a:srgbClr val="24231F"/>
                </a:solidFill>
              </a:defRPr>
            </a:lvl8pPr>
            <a:lvl9pPr>
              <a:defRPr sz="4050" b="0">
                <a:solidFill>
                  <a:srgbClr val="24231F"/>
                </a:solidFill>
              </a:defRPr>
            </a:lvl9pPr>
          </a:lstStyle>
          <a:p>
            <a:pPr>
              <a:defRPr sz="4050" b="0">
                <a:solidFill>
                  <a:srgbClr val="24231F"/>
                </a:solidFill>
              </a:defRPr>
            </a:pPr>
            <a:r>
              <a:rPr sz="4050" b="0">
                <a:solidFill>
                  <a:srgbClr val="24231F"/>
                </a:solidFill>
              </a:rPr>
              <a:t>街巷</a:t>
            </a:r>
            <a:endParaRPr sz="4050" b="0">
              <a:solidFill>
                <a:srgbClr val="24231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33400" y="4543425"/>
            <a:ext cx="38100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050" b="0">
                <a:solidFill>
                  <a:srgbClr val="24231F"/>
                </a:solidFill>
              </a:defRPr>
            </a:defPPr>
            <a:lvl1pPr>
              <a:defRPr sz="4050" b="0">
                <a:solidFill>
                  <a:srgbClr val="24231F"/>
                </a:solidFill>
              </a:defRPr>
            </a:lvl1pPr>
            <a:lvl2pPr>
              <a:defRPr sz="4050" b="0">
                <a:solidFill>
                  <a:srgbClr val="24231F"/>
                </a:solidFill>
              </a:defRPr>
            </a:lvl2pPr>
            <a:lvl3pPr>
              <a:defRPr sz="4050" b="0">
                <a:solidFill>
                  <a:srgbClr val="24231F"/>
                </a:solidFill>
              </a:defRPr>
            </a:lvl3pPr>
            <a:lvl4pPr>
              <a:defRPr sz="4050" b="0">
                <a:solidFill>
                  <a:srgbClr val="24231F"/>
                </a:solidFill>
              </a:defRPr>
            </a:lvl4pPr>
            <a:lvl5pPr>
              <a:defRPr sz="4050" b="0">
                <a:solidFill>
                  <a:srgbClr val="24231F"/>
                </a:solidFill>
              </a:defRPr>
            </a:lvl5pPr>
            <a:lvl6pPr>
              <a:defRPr sz="4050" b="0">
                <a:solidFill>
                  <a:srgbClr val="24231F"/>
                </a:solidFill>
              </a:defRPr>
            </a:lvl6pPr>
            <a:lvl7pPr>
              <a:defRPr sz="4050" b="0">
                <a:solidFill>
                  <a:srgbClr val="24231F"/>
                </a:solidFill>
              </a:defRPr>
            </a:lvl7pPr>
            <a:lvl8pPr>
              <a:defRPr sz="4050" b="0">
                <a:solidFill>
                  <a:srgbClr val="24231F"/>
                </a:solidFill>
              </a:defRPr>
            </a:lvl8pPr>
            <a:lvl9pPr>
              <a:defRPr sz="4050" b="0">
                <a:solidFill>
                  <a:srgbClr val="24231F"/>
                </a:solidFill>
              </a:defRPr>
            </a:lvl9pPr>
          </a:lstStyle>
          <a:p>
            <a:pPr>
              <a:defRPr sz="4050" b="0">
                <a:solidFill>
                  <a:srgbClr val="24231F"/>
                </a:solidFill>
              </a:defRPr>
            </a:pPr>
            <a:r>
              <a:rPr sz="4050" b="0">
                <a:solidFill>
                  <a:srgbClr val="24231F"/>
                </a:solidFill>
              </a:rPr>
              <a:t>摊位</a:t>
            </a:r>
            <a:endParaRPr sz="4050" b="0">
              <a:solidFill>
                <a:srgbClr val="24231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572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D8C6A7"/>
                </a:solidFill>
              </a:defRPr>
            </a:defPPr>
            <a:lvl1pPr>
              <a:defRPr sz="1425" b="0">
                <a:solidFill>
                  <a:srgbClr val="D8C6A7"/>
                </a:solidFill>
              </a:defRPr>
            </a:lvl1pPr>
            <a:lvl2pPr>
              <a:defRPr sz="1425" b="0">
                <a:solidFill>
                  <a:srgbClr val="D8C6A7"/>
                </a:solidFill>
              </a:defRPr>
            </a:lvl2pPr>
            <a:lvl3pPr>
              <a:defRPr sz="1425" b="0">
                <a:solidFill>
                  <a:srgbClr val="D8C6A7"/>
                </a:solidFill>
              </a:defRPr>
            </a:lvl3pPr>
            <a:lvl4pPr>
              <a:defRPr sz="1425" b="0">
                <a:solidFill>
                  <a:srgbClr val="D8C6A7"/>
                </a:solidFill>
              </a:defRPr>
            </a:lvl4pPr>
            <a:lvl5pPr>
              <a:defRPr sz="1425" b="0">
                <a:solidFill>
                  <a:srgbClr val="D8C6A7"/>
                </a:solidFill>
              </a:defRPr>
            </a:lvl5pPr>
            <a:lvl6pPr>
              <a:defRPr sz="1425" b="0">
                <a:solidFill>
                  <a:srgbClr val="D8C6A7"/>
                </a:solidFill>
              </a:defRPr>
            </a:lvl6pPr>
            <a:lvl7pPr>
              <a:defRPr sz="1425" b="0">
                <a:solidFill>
                  <a:srgbClr val="D8C6A7"/>
                </a:solidFill>
              </a:defRPr>
            </a:lvl7pPr>
            <a:lvl8pPr>
              <a:defRPr sz="1425" b="0">
                <a:solidFill>
                  <a:srgbClr val="D8C6A7"/>
                </a:solidFill>
              </a:defRPr>
            </a:lvl8pPr>
            <a:lvl9pPr>
              <a:defRPr sz="1425" b="0">
                <a:solidFill>
                  <a:srgbClr val="D8C6A7"/>
                </a:solidFill>
              </a:defRPr>
            </a:lvl9pPr>
          </a:lstStyle>
          <a:p>
            <a:pPr>
              <a:defRPr sz="1425" b="0">
                <a:solidFill>
                  <a:srgbClr val="D8C6A7"/>
                </a:solidFill>
              </a:defRPr>
            </a:pPr>
            <a:r>
              <a:rPr sz="1425" b="0">
                <a:solidFill>
                  <a:srgbClr val="D8C6A7"/>
                </a:solidFill>
              </a:rPr>
              <a:t>06   /   灯光氛围</a:t>
            </a:r>
            <a:endParaRPr sz="1425" b="0">
              <a:solidFill>
                <a:srgbClr val="D8C6A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63300" y="62960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D8C6A7"/>
                </a:solidFill>
              </a:defRPr>
            </a:defPPr>
            <a:lvl1pPr>
              <a:defRPr sz="1350" b="0">
                <a:solidFill>
                  <a:srgbClr val="D8C6A7"/>
                </a:solidFill>
              </a:defRPr>
            </a:lvl1pPr>
            <a:lvl2pPr>
              <a:defRPr sz="1350" b="0">
                <a:solidFill>
                  <a:srgbClr val="D8C6A7"/>
                </a:solidFill>
              </a:defRPr>
            </a:lvl2pPr>
            <a:lvl3pPr>
              <a:defRPr sz="1350" b="0">
                <a:solidFill>
                  <a:srgbClr val="D8C6A7"/>
                </a:solidFill>
              </a:defRPr>
            </a:lvl3pPr>
            <a:lvl4pPr>
              <a:defRPr sz="1350" b="0">
                <a:solidFill>
                  <a:srgbClr val="D8C6A7"/>
                </a:solidFill>
              </a:defRPr>
            </a:lvl4pPr>
            <a:lvl5pPr>
              <a:defRPr sz="1350" b="0">
                <a:solidFill>
                  <a:srgbClr val="D8C6A7"/>
                </a:solidFill>
              </a:defRPr>
            </a:lvl5pPr>
            <a:lvl6pPr>
              <a:defRPr sz="1350" b="0">
                <a:solidFill>
                  <a:srgbClr val="D8C6A7"/>
                </a:solidFill>
              </a:defRPr>
            </a:lvl6pPr>
            <a:lvl7pPr>
              <a:defRPr sz="1350" b="0">
                <a:solidFill>
                  <a:srgbClr val="D8C6A7"/>
                </a:solidFill>
              </a:defRPr>
            </a:lvl7pPr>
            <a:lvl8pPr>
              <a:defRPr sz="1350" b="0">
                <a:solidFill>
                  <a:srgbClr val="D8C6A7"/>
                </a:solidFill>
              </a:defRPr>
            </a:lvl8pPr>
            <a:lvl9pPr>
              <a:defRPr sz="1350" b="0">
                <a:solidFill>
                  <a:srgbClr val="D8C6A7"/>
                </a:solidFill>
              </a:defRPr>
            </a:lvl9pPr>
          </a:lstStyle>
          <a:p>
            <a:pPr>
              <a:defRPr sz="1350" b="0">
                <a:solidFill>
                  <a:srgbClr val="D8C6A7"/>
                </a:solidFill>
              </a:defRPr>
            </a:pPr>
            <a:r>
              <a:rPr sz="1350" b="0">
                <a:solidFill>
                  <a:srgbClr val="D8C6A7"/>
                </a:solidFill>
              </a:rPr>
              <a:t>07</a:t>
            </a:r>
            <a:endParaRPr sz="1350" b="0">
              <a:solidFill>
                <a:srgbClr val="D8C6A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904875"/>
            <a:ext cx="10477500" cy="1095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7200" b="1">
                <a:solidFill>
                  <a:srgbClr val="F2EBDD"/>
                </a:solidFill>
              </a:defRPr>
            </a:defPPr>
            <a:lvl1pPr>
              <a:defRPr sz="7200" b="1">
                <a:solidFill>
                  <a:srgbClr val="F2EBDD"/>
                </a:solidFill>
              </a:defRPr>
            </a:lvl1pPr>
            <a:lvl2pPr>
              <a:defRPr sz="7200" b="1">
                <a:solidFill>
                  <a:srgbClr val="F2EBDD"/>
                </a:solidFill>
              </a:defRPr>
            </a:lvl2pPr>
            <a:lvl3pPr>
              <a:defRPr sz="7200" b="1">
                <a:solidFill>
                  <a:srgbClr val="F2EBDD"/>
                </a:solidFill>
              </a:defRPr>
            </a:lvl3pPr>
            <a:lvl4pPr>
              <a:defRPr sz="7200" b="1">
                <a:solidFill>
                  <a:srgbClr val="F2EBDD"/>
                </a:solidFill>
              </a:defRPr>
            </a:lvl4pPr>
            <a:lvl5pPr>
              <a:defRPr sz="7200" b="1">
                <a:solidFill>
                  <a:srgbClr val="F2EBDD"/>
                </a:solidFill>
              </a:defRPr>
            </a:lvl5pPr>
            <a:lvl6pPr>
              <a:defRPr sz="7200" b="1">
                <a:solidFill>
                  <a:srgbClr val="F2EBDD"/>
                </a:solidFill>
              </a:defRPr>
            </a:lvl6pPr>
            <a:lvl7pPr>
              <a:defRPr sz="7200" b="1">
                <a:solidFill>
                  <a:srgbClr val="F2EBDD"/>
                </a:solidFill>
              </a:defRPr>
            </a:lvl7pPr>
            <a:lvl8pPr>
              <a:defRPr sz="7200" b="1">
                <a:solidFill>
                  <a:srgbClr val="F2EBDD"/>
                </a:solidFill>
              </a:defRPr>
            </a:lvl8pPr>
            <a:lvl9pPr>
              <a:defRPr sz="7200" b="1">
                <a:solidFill>
                  <a:srgbClr val="F2EBDD"/>
                </a:solidFill>
              </a:defRPr>
            </a:lvl9pPr>
          </a:lstStyle>
          <a:p>
            <a:pPr>
              <a:defRPr sz="7200" b="1">
                <a:solidFill>
                  <a:srgbClr val="F2EBDD"/>
                </a:solidFill>
              </a:defRPr>
            </a:pPr>
            <a:r>
              <a:rPr sz="7200" b="1">
                <a:solidFill>
                  <a:srgbClr val="F2EBDD"/>
                </a:solidFill>
              </a:rPr>
              <a:t>灯火入夜</a:t>
            </a:r>
            <a:endParaRPr sz="7200" b="1">
              <a:solidFill>
                <a:srgbClr val="F2EBDD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4275" y="1619250"/>
            <a:ext cx="8077200" cy="50482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523875" y="3000375"/>
            <a:ext cx="43815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900" b="0">
                <a:solidFill>
                  <a:srgbClr val="E7E0D5"/>
                </a:solidFill>
              </a:defRPr>
            </a:defPPr>
            <a:lvl1pPr>
              <a:defRPr sz="3900" b="0">
                <a:solidFill>
                  <a:srgbClr val="E7E0D5"/>
                </a:solidFill>
              </a:defRPr>
            </a:lvl1pPr>
            <a:lvl2pPr>
              <a:defRPr sz="3900" b="0">
                <a:solidFill>
                  <a:srgbClr val="E7E0D5"/>
                </a:solidFill>
              </a:defRPr>
            </a:lvl2pPr>
            <a:lvl3pPr>
              <a:defRPr sz="3900" b="0">
                <a:solidFill>
                  <a:srgbClr val="E7E0D5"/>
                </a:solidFill>
              </a:defRPr>
            </a:lvl3pPr>
            <a:lvl4pPr>
              <a:defRPr sz="3900" b="0">
                <a:solidFill>
                  <a:srgbClr val="E7E0D5"/>
                </a:solidFill>
              </a:defRPr>
            </a:lvl4pPr>
            <a:lvl5pPr>
              <a:defRPr sz="3900" b="0">
                <a:solidFill>
                  <a:srgbClr val="E7E0D5"/>
                </a:solidFill>
              </a:defRPr>
            </a:lvl5pPr>
            <a:lvl6pPr>
              <a:defRPr sz="3900" b="0">
                <a:solidFill>
                  <a:srgbClr val="E7E0D5"/>
                </a:solidFill>
              </a:defRPr>
            </a:lvl6pPr>
            <a:lvl7pPr>
              <a:defRPr sz="3900" b="0">
                <a:solidFill>
                  <a:srgbClr val="E7E0D5"/>
                </a:solidFill>
              </a:defRPr>
            </a:lvl7pPr>
            <a:lvl8pPr>
              <a:defRPr sz="3900" b="0">
                <a:solidFill>
                  <a:srgbClr val="E7E0D5"/>
                </a:solidFill>
              </a:defRPr>
            </a:lvl8pPr>
            <a:lvl9pPr>
              <a:defRPr sz="3900" b="0">
                <a:solidFill>
                  <a:srgbClr val="E7E0D5"/>
                </a:solidFill>
              </a:defRPr>
            </a:lvl9pPr>
          </a:lstStyle>
          <a:p>
            <a:pPr>
              <a:defRPr sz="3900" b="0">
                <a:solidFill>
                  <a:srgbClr val="E7E0D5"/>
                </a:solidFill>
              </a:defRPr>
            </a:pPr>
            <a:r>
              <a:rPr sz="3900" b="0">
                <a:solidFill>
                  <a:srgbClr val="E7E0D5"/>
                </a:solidFill>
              </a:rPr>
              <a:t>冷环境</a:t>
            </a:r>
            <a:endParaRPr sz="3900" b="0">
              <a:solidFill>
                <a:srgbClr val="E7E0D5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23875" y="3943350"/>
            <a:ext cx="43815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900" b="0">
                <a:solidFill>
                  <a:srgbClr val="E7A45D"/>
                </a:solidFill>
              </a:defRPr>
            </a:defPPr>
            <a:lvl1pPr>
              <a:defRPr sz="3900" b="0">
                <a:solidFill>
                  <a:srgbClr val="E7A45D"/>
                </a:solidFill>
              </a:defRPr>
            </a:lvl1pPr>
            <a:lvl2pPr>
              <a:defRPr sz="3900" b="0">
                <a:solidFill>
                  <a:srgbClr val="E7A45D"/>
                </a:solidFill>
              </a:defRPr>
            </a:lvl2pPr>
            <a:lvl3pPr>
              <a:defRPr sz="3900" b="0">
                <a:solidFill>
                  <a:srgbClr val="E7A45D"/>
                </a:solidFill>
              </a:defRPr>
            </a:lvl3pPr>
            <a:lvl4pPr>
              <a:defRPr sz="3900" b="0">
                <a:solidFill>
                  <a:srgbClr val="E7A45D"/>
                </a:solidFill>
              </a:defRPr>
            </a:lvl4pPr>
            <a:lvl5pPr>
              <a:defRPr sz="3900" b="0">
                <a:solidFill>
                  <a:srgbClr val="E7A45D"/>
                </a:solidFill>
              </a:defRPr>
            </a:lvl5pPr>
            <a:lvl6pPr>
              <a:defRPr sz="3900" b="0">
                <a:solidFill>
                  <a:srgbClr val="E7A45D"/>
                </a:solidFill>
              </a:defRPr>
            </a:lvl6pPr>
            <a:lvl7pPr>
              <a:defRPr sz="3900" b="0">
                <a:solidFill>
                  <a:srgbClr val="E7A45D"/>
                </a:solidFill>
              </a:defRPr>
            </a:lvl7pPr>
            <a:lvl8pPr>
              <a:defRPr sz="3900" b="0">
                <a:solidFill>
                  <a:srgbClr val="E7A45D"/>
                </a:solidFill>
              </a:defRPr>
            </a:lvl8pPr>
            <a:lvl9pPr>
              <a:defRPr sz="3900" b="0">
                <a:solidFill>
                  <a:srgbClr val="E7A45D"/>
                </a:solidFill>
              </a:defRPr>
            </a:lvl9pPr>
          </a:lstStyle>
          <a:p>
            <a:pPr>
              <a:defRPr sz="3900" b="0">
                <a:solidFill>
                  <a:srgbClr val="E7A45D"/>
                </a:solidFill>
              </a:defRPr>
            </a:pPr>
            <a:r>
              <a:rPr sz="3900" b="0">
                <a:solidFill>
                  <a:srgbClr val="E7A45D"/>
                </a:solidFill>
              </a:rPr>
              <a:t>暖灯火</a:t>
            </a:r>
            <a:endParaRPr sz="3900" b="0">
              <a:solidFill>
                <a:srgbClr val="E7A45D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42925" y="5572125"/>
            <a:ext cx="51435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D8C6A7"/>
                </a:solidFill>
              </a:defRPr>
            </a:defPPr>
            <a:lvl1pPr>
              <a:defRPr sz="2250" b="0">
                <a:solidFill>
                  <a:srgbClr val="D8C6A7"/>
                </a:solidFill>
              </a:defRPr>
            </a:lvl1pPr>
            <a:lvl2pPr>
              <a:defRPr sz="2250" b="0">
                <a:solidFill>
                  <a:srgbClr val="D8C6A7"/>
                </a:solidFill>
              </a:defRPr>
            </a:lvl2pPr>
            <a:lvl3pPr>
              <a:defRPr sz="2250" b="0">
                <a:solidFill>
                  <a:srgbClr val="D8C6A7"/>
                </a:solidFill>
              </a:defRPr>
            </a:lvl3pPr>
            <a:lvl4pPr>
              <a:defRPr sz="2250" b="0">
                <a:solidFill>
                  <a:srgbClr val="D8C6A7"/>
                </a:solidFill>
              </a:defRPr>
            </a:lvl4pPr>
            <a:lvl5pPr>
              <a:defRPr sz="2250" b="0">
                <a:solidFill>
                  <a:srgbClr val="D8C6A7"/>
                </a:solidFill>
              </a:defRPr>
            </a:lvl5pPr>
            <a:lvl6pPr>
              <a:defRPr sz="2250" b="0">
                <a:solidFill>
                  <a:srgbClr val="D8C6A7"/>
                </a:solidFill>
              </a:defRPr>
            </a:lvl6pPr>
            <a:lvl7pPr>
              <a:defRPr sz="2250" b="0">
                <a:solidFill>
                  <a:srgbClr val="D8C6A7"/>
                </a:solidFill>
              </a:defRPr>
            </a:lvl7pPr>
            <a:lvl8pPr>
              <a:defRPr sz="2250" b="0">
                <a:solidFill>
                  <a:srgbClr val="D8C6A7"/>
                </a:solidFill>
              </a:defRPr>
            </a:lvl8pPr>
            <a:lvl9pPr>
              <a:defRPr sz="2250" b="0">
                <a:solidFill>
                  <a:srgbClr val="D8C6A7"/>
                </a:solidFill>
              </a:defRPr>
            </a:lvl9pPr>
          </a:lstStyle>
          <a:p>
            <a:pPr>
              <a:defRPr sz="2250" b="0">
                <a:solidFill>
                  <a:srgbClr val="D8C6A7"/>
                </a:solidFill>
              </a:defRPr>
            </a:pPr>
            <a:r>
              <a:rPr sz="2250" b="0">
                <a:solidFill>
                  <a:srgbClr val="D8C6A7"/>
                </a:solidFill>
              </a:rPr>
              <a:t>光，成为空间的引导</a:t>
            </a:r>
            <a:endParaRPr sz="2250" b="0">
              <a:solidFill>
                <a:srgbClr val="D8C6A7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572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86F61"/>
                </a:solidFill>
              </a:defRPr>
            </a:defPPr>
            <a:lvl1pPr>
              <a:defRPr sz="1425" b="0">
                <a:solidFill>
                  <a:srgbClr val="786F61"/>
                </a:solidFill>
              </a:defRPr>
            </a:lvl1pPr>
            <a:lvl2pPr>
              <a:defRPr sz="1425" b="0">
                <a:solidFill>
                  <a:srgbClr val="786F61"/>
                </a:solidFill>
              </a:defRPr>
            </a:lvl2pPr>
            <a:lvl3pPr>
              <a:defRPr sz="1425" b="0">
                <a:solidFill>
                  <a:srgbClr val="786F61"/>
                </a:solidFill>
              </a:defRPr>
            </a:lvl3pPr>
            <a:lvl4pPr>
              <a:defRPr sz="1425" b="0">
                <a:solidFill>
                  <a:srgbClr val="786F61"/>
                </a:solidFill>
              </a:defRPr>
            </a:lvl4pPr>
            <a:lvl5pPr>
              <a:defRPr sz="1425" b="0">
                <a:solidFill>
                  <a:srgbClr val="786F61"/>
                </a:solidFill>
              </a:defRPr>
            </a:lvl5pPr>
            <a:lvl6pPr>
              <a:defRPr sz="1425" b="0">
                <a:solidFill>
                  <a:srgbClr val="786F61"/>
                </a:solidFill>
              </a:defRPr>
            </a:lvl6pPr>
            <a:lvl7pPr>
              <a:defRPr sz="1425" b="0">
                <a:solidFill>
                  <a:srgbClr val="786F61"/>
                </a:solidFill>
              </a:defRPr>
            </a:lvl7pPr>
            <a:lvl8pPr>
              <a:defRPr sz="1425" b="0">
                <a:solidFill>
                  <a:srgbClr val="786F61"/>
                </a:solidFill>
              </a:defRPr>
            </a:lvl8pPr>
            <a:lvl9pPr>
              <a:defRPr sz="1425" b="0">
                <a:solidFill>
                  <a:srgbClr val="786F61"/>
                </a:solidFill>
              </a:defRPr>
            </a:lvl9pPr>
          </a:lstStyle>
          <a:p>
            <a:pPr>
              <a:defRPr sz="1425" b="0">
                <a:solidFill>
                  <a:srgbClr val="786F61"/>
                </a:solidFill>
              </a:defRPr>
            </a:pPr>
            <a:r>
              <a:rPr sz="1425" b="0">
                <a:solidFill>
                  <a:srgbClr val="786F61"/>
                </a:solidFill>
              </a:rPr>
              <a:t>07   /   展品设计</a:t>
            </a:r>
            <a:endParaRPr sz="1425" b="0">
              <a:solidFill>
                <a:srgbClr val="786F6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63300" y="62960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786F61"/>
                </a:solidFill>
              </a:defRPr>
            </a:defPPr>
            <a:lvl1pPr>
              <a:defRPr sz="1350" b="0">
                <a:solidFill>
                  <a:srgbClr val="786F61"/>
                </a:solidFill>
              </a:defRPr>
            </a:lvl1pPr>
            <a:lvl2pPr>
              <a:defRPr sz="1350" b="0">
                <a:solidFill>
                  <a:srgbClr val="786F61"/>
                </a:solidFill>
              </a:defRPr>
            </a:lvl2pPr>
            <a:lvl3pPr>
              <a:defRPr sz="1350" b="0">
                <a:solidFill>
                  <a:srgbClr val="786F61"/>
                </a:solidFill>
              </a:defRPr>
            </a:lvl3pPr>
            <a:lvl4pPr>
              <a:defRPr sz="1350" b="0">
                <a:solidFill>
                  <a:srgbClr val="786F61"/>
                </a:solidFill>
              </a:defRPr>
            </a:lvl4pPr>
            <a:lvl5pPr>
              <a:defRPr sz="1350" b="0">
                <a:solidFill>
                  <a:srgbClr val="786F61"/>
                </a:solidFill>
              </a:defRPr>
            </a:lvl5pPr>
            <a:lvl6pPr>
              <a:defRPr sz="1350" b="0">
                <a:solidFill>
                  <a:srgbClr val="786F61"/>
                </a:solidFill>
              </a:defRPr>
            </a:lvl6pPr>
            <a:lvl7pPr>
              <a:defRPr sz="1350" b="0">
                <a:solidFill>
                  <a:srgbClr val="786F61"/>
                </a:solidFill>
              </a:defRPr>
            </a:lvl7pPr>
            <a:lvl8pPr>
              <a:defRPr sz="1350" b="0">
                <a:solidFill>
                  <a:srgbClr val="786F61"/>
                </a:solidFill>
              </a:defRPr>
            </a:lvl8pPr>
            <a:lvl9pPr>
              <a:defRPr sz="1350" b="0">
                <a:solidFill>
                  <a:srgbClr val="786F61"/>
                </a:solidFill>
              </a:defRPr>
            </a:lvl9pPr>
          </a:lstStyle>
          <a:p>
            <a:pPr>
              <a:defRPr sz="1350" b="0">
                <a:solidFill>
                  <a:srgbClr val="786F61"/>
                </a:solidFill>
              </a:defRPr>
            </a:pPr>
            <a:r>
              <a:rPr sz="1350" b="0">
                <a:solidFill>
                  <a:srgbClr val="786F61"/>
                </a:solidFill>
              </a:rPr>
              <a:t>08</a:t>
            </a:r>
            <a:endParaRPr sz="1350" b="0">
              <a:solidFill>
                <a:srgbClr val="786F6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885825"/>
            <a:ext cx="10477500" cy="1095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7200" b="1">
                <a:solidFill>
                  <a:srgbClr val="24231F"/>
                </a:solidFill>
              </a:defRPr>
            </a:defPPr>
            <a:lvl1pPr>
              <a:defRPr sz="7200" b="1">
                <a:solidFill>
                  <a:srgbClr val="24231F"/>
                </a:solidFill>
              </a:defRPr>
            </a:lvl1pPr>
            <a:lvl2pPr>
              <a:defRPr sz="7200" b="1">
                <a:solidFill>
                  <a:srgbClr val="24231F"/>
                </a:solidFill>
              </a:defRPr>
            </a:lvl2pPr>
            <a:lvl3pPr>
              <a:defRPr sz="7200" b="1">
                <a:solidFill>
                  <a:srgbClr val="24231F"/>
                </a:solidFill>
              </a:defRPr>
            </a:lvl3pPr>
            <a:lvl4pPr>
              <a:defRPr sz="7200" b="1">
                <a:solidFill>
                  <a:srgbClr val="24231F"/>
                </a:solidFill>
              </a:defRPr>
            </a:lvl4pPr>
            <a:lvl5pPr>
              <a:defRPr sz="7200" b="1">
                <a:solidFill>
                  <a:srgbClr val="24231F"/>
                </a:solidFill>
              </a:defRPr>
            </a:lvl5pPr>
            <a:lvl6pPr>
              <a:defRPr sz="7200" b="1">
                <a:solidFill>
                  <a:srgbClr val="24231F"/>
                </a:solidFill>
              </a:defRPr>
            </a:lvl6pPr>
            <a:lvl7pPr>
              <a:defRPr sz="7200" b="1">
                <a:solidFill>
                  <a:srgbClr val="24231F"/>
                </a:solidFill>
              </a:defRPr>
            </a:lvl7pPr>
            <a:lvl8pPr>
              <a:defRPr sz="7200" b="1">
                <a:solidFill>
                  <a:srgbClr val="24231F"/>
                </a:solidFill>
              </a:defRPr>
            </a:lvl8pPr>
            <a:lvl9pPr>
              <a:defRPr sz="7200" b="1">
                <a:solidFill>
                  <a:srgbClr val="24231F"/>
                </a:solidFill>
              </a:defRPr>
            </a:lvl9pPr>
          </a:lstStyle>
          <a:p>
            <a:pPr>
              <a:defRPr sz="7200" b="1">
                <a:solidFill>
                  <a:srgbClr val="24231F"/>
                </a:solidFill>
              </a:defRPr>
            </a:pPr>
            <a:r>
              <a:rPr sz="7200" b="1">
                <a:solidFill>
                  <a:srgbClr val="24231F"/>
                </a:solidFill>
              </a:rPr>
              <a:t>器物有趣</a:t>
            </a:r>
            <a:endParaRPr sz="7200" b="1">
              <a:solidFill>
                <a:srgbClr val="24231F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75" y="2238375"/>
            <a:ext cx="3429000" cy="3429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0" y="2143125"/>
            <a:ext cx="3619500" cy="36195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375" y="2238375"/>
            <a:ext cx="3429000" cy="342900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1000125" y="5715000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0">
                <a:solidFill>
                  <a:srgbClr val="24231F"/>
                </a:solidFill>
              </a:defRPr>
            </a:defPPr>
            <a:lvl1pPr>
              <a:defRPr sz="2700" b="0">
                <a:solidFill>
                  <a:srgbClr val="24231F"/>
                </a:solidFill>
              </a:defRPr>
            </a:lvl1pPr>
            <a:lvl2pPr>
              <a:defRPr sz="2700" b="0">
                <a:solidFill>
                  <a:srgbClr val="24231F"/>
                </a:solidFill>
              </a:defRPr>
            </a:lvl2pPr>
            <a:lvl3pPr>
              <a:defRPr sz="2700" b="0">
                <a:solidFill>
                  <a:srgbClr val="24231F"/>
                </a:solidFill>
              </a:defRPr>
            </a:lvl3pPr>
            <a:lvl4pPr>
              <a:defRPr sz="2700" b="0">
                <a:solidFill>
                  <a:srgbClr val="24231F"/>
                </a:solidFill>
              </a:defRPr>
            </a:lvl4pPr>
            <a:lvl5pPr>
              <a:defRPr sz="2700" b="0">
                <a:solidFill>
                  <a:srgbClr val="24231F"/>
                </a:solidFill>
              </a:defRPr>
            </a:lvl5pPr>
            <a:lvl6pPr>
              <a:defRPr sz="2700" b="0">
                <a:solidFill>
                  <a:srgbClr val="24231F"/>
                </a:solidFill>
              </a:defRPr>
            </a:lvl6pPr>
            <a:lvl7pPr>
              <a:defRPr sz="2700" b="0">
                <a:solidFill>
                  <a:srgbClr val="24231F"/>
                </a:solidFill>
              </a:defRPr>
            </a:lvl7pPr>
            <a:lvl8pPr>
              <a:defRPr sz="2700" b="0">
                <a:solidFill>
                  <a:srgbClr val="24231F"/>
                </a:solidFill>
              </a:defRPr>
            </a:lvl8pPr>
            <a:lvl9pPr>
              <a:defRPr sz="2700" b="0">
                <a:solidFill>
                  <a:srgbClr val="24231F"/>
                </a:solidFill>
              </a:defRPr>
            </a:lvl9pPr>
          </a:lstStyle>
          <a:p>
            <a:pPr>
              <a:defRPr sz="2700" b="0">
                <a:solidFill>
                  <a:srgbClr val="24231F"/>
                </a:solidFill>
              </a:defRPr>
            </a:pPr>
            <a:r>
              <a:rPr sz="2700" b="0">
                <a:solidFill>
                  <a:srgbClr val="24231F"/>
                </a:solidFill>
              </a:rPr>
              <a:t>陶瓷杯</a:t>
            </a:r>
            <a:endParaRPr sz="2700" b="0">
              <a:solidFill>
                <a:srgbClr val="24231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857750" y="5715000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0">
                <a:solidFill>
                  <a:srgbClr val="AE3D2E"/>
                </a:solidFill>
              </a:defRPr>
            </a:defPPr>
            <a:lvl1pPr>
              <a:defRPr sz="2700" b="0">
                <a:solidFill>
                  <a:srgbClr val="AE3D2E"/>
                </a:solidFill>
              </a:defRPr>
            </a:lvl1pPr>
            <a:lvl2pPr>
              <a:defRPr sz="2700" b="0">
                <a:solidFill>
                  <a:srgbClr val="AE3D2E"/>
                </a:solidFill>
              </a:defRPr>
            </a:lvl2pPr>
            <a:lvl3pPr>
              <a:defRPr sz="2700" b="0">
                <a:solidFill>
                  <a:srgbClr val="AE3D2E"/>
                </a:solidFill>
              </a:defRPr>
            </a:lvl3pPr>
            <a:lvl4pPr>
              <a:defRPr sz="2700" b="0">
                <a:solidFill>
                  <a:srgbClr val="AE3D2E"/>
                </a:solidFill>
              </a:defRPr>
            </a:lvl4pPr>
            <a:lvl5pPr>
              <a:defRPr sz="2700" b="0">
                <a:solidFill>
                  <a:srgbClr val="AE3D2E"/>
                </a:solidFill>
              </a:defRPr>
            </a:lvl5pPr>
            <a:lvl6pPr>
              <a:defRPr sz="2700" b="0">
                <a:solidFill>
                  <a:srgbClr val="AE3D2E"/>
                </a:solidFill>
              </a:defRPr>
            </a:lvl6pPr>
            <a:lvl7pPr>
              <a:defRPr sz="2700" b="0">
                <a:solidFill>
                  <a:srgbClr val="AE3D2E"/>
                </a:solidFill>
              </a:defRPr>
            </a:lvl7pPr>
            <a:lvl8pPr>
              <a:defRPr sz="2700" b="0">
                <a:solidFill>
                  <a:srgbClr val="AE3D2E"/>
                </a:solidFill>
              </a:defRPr>
            </a:lvl8pPr>
            <a:lvl9pPr>
              <a:defRPr sz="2700" b="0">
                <a:solidFill>
                  <a:srgbClr val="AE3D2E"/>
                </a:solidFill>
              </a:defRPr>
            </a:lvl9pPr>
          </a:lstStyle>
          <a:p>
            <a:pPr>
              <a:defRPr sz="2700" b="0">
                <a:solidFill>
                  <a:srgbClr val="AE3D2E"/>
                </a:solidFill>
              </a:defRPr>
            </a:pPr>
            <a:r>
              <a:rPr sz="2700" b="0">
                <a:solidFill>
                  <a:srgbClr val="AE3D2E"/>
                </a:solidFill>
              </a:rPr>
              <a:t>清风红扇</a:t>
            </a:r>
            <a:endParaRPr sz="2700" b="0">
              <a:solidFill>
                <a:srgbClr val="AE3D2E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810625" y="571500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0">
                <a:solidFill>
                  <a:srgbClr val="24231F"/>
                </a:solidFill>
              </a:defRPr>
            </a:defPPr>
            <a:lvl1pPr>
              <a:defRPr sz="2700" b="0">
                <a:solidFill>
                  <a:srgbClr val="24231F"/>
                </a:solidFill>
              </a:defRPr>
            </a:lvl1pPr>
            <a:lvl2pPr>
              <a:defRPr sz="2700" b="0">
                <a:solidFill>
                  <a:srgbClr val="24231F"/>
                </a:solidFill>
              </a:defRPr>
            </a:lvl2pPr>
            <a:lvl3pPr>
              <a:defRPr sz="2700" b="0">
                <a:solidFill>
                  <a:srgbClr val="24231F"/>
                </a:solidFill>
              </a:defRPr>
            </a:lvl3pPr>
            <a:lvl4pPr>
              <a:defRPr sz="2700" b="0">
                <a:solidFill>
                  <a:srgbClr val="24231F"/>
                </a:solidFill>
              </a:defRPr>
            </a:lvl4pPr>
            <a:lvl5pPr>
              <a:defRPr sz="2700" b="0">
                <a:solidFill>
                  <a:srgbClr val="24231F"/>
                </a:solidFill>
              </a:defRPr>
            </a:lvl5pPr>
            <a:lvl6pPr>
              <a:defRPr sz="2700" b="0">
                <a:solidFill>
                  <a:srgbClr val="24231F"/>
                </a:solidFill>
              </a:defRPr>
            </a:lvl6pPr>
            <a:lvl7pPr>
              <a:defRPr sz="2700" b="0">
                <a:solidFill>
                  <a:srgbClr val="24231F"/>
                </a:solidFill>
              </a:defRPr>
            </a:lvl7pPr>
            <a:lvl8pPr>
              <a:defRPr sz="2700" b="0">
                <a:solidFill>
                  <a:srgbClr val="24231F"/>
                </a:solidFill>
              </a:defRPr>
            </a:lvl8pPr>
            <a:lvl9pPr>
              <a:defRPr sz="2700" b="0">
                <a:solidFill>
                  <a:srgbClr val="24231F"/>
                </a:solidFill>
              </a:defRPr>
            </a:lvl9pPr>
          </a:lstStyle>
          <a:p>
            <a:pPr>
              <a:defRPr sz="2700" b="0">
                <a:solidFill>
                  <a:srgbClr val="24231F"/>
                </a:solidFill>
              </a:defRPr>
            </a:pPr>
            <a:r>
              <a:rPr sz="2700" b="0">
                <a:solidFill>
                  <a:srgbClr val="24231F"/>
                </a:solidFill>
              </a:rPr>
              <a:t>百珍时钟</a:t>
            </a:r>
            <a:endParaRPr sz="2700" b="0">
              <a:solidFill>
                <a:srgbClr val="24231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572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86F61"/>
                </a:solidFill>
              </a:defRPr>
            </a:defPPr>
            <a:lvl1pPr>
              <a:defRPr sz="1425" b="0">
                <a:solidFill>
                  <a:srgbClr val="786F61"/>
                </a:solidFill>
              </a:defRPr>
            </a:lvl1pPr>
            <a:lvl2pPr>
              <a:defRPr sz="1425" b="0">
                <a:solidFill>
                  <a:srgbClr val="786F61"/>
                </a:solidFill>
              </a:defRPr>
            </a:lvl2pPr>
            <a:lvl3pPr>
              <a:defRPr sz="1425" b="0">
                <a:solidFill>
                  <a:srgbClr val="786F61"/>
                </a:solidFill>
              </a:defRPr>
            </a:lvl3pPr>
            <a:lvl4pPr>
              <a:defRPr sz="1425" b="0">
                <a:solidFill>
                  <a:srgbClr val="786F61"/>
                </a:solidFill>
              </a:defRPr>
            </a:lvl4pPr>
            <a:lvl5pPr>
              <a:defRPr sz="1425" b="0">
                <a:solidFill>
                  <a:srgbClr val="786F61"/>
                </a:solidFill>
              </a:defRPr>
            </a:lvl5pPr>
            <a:lvl6pPr>
              <a:defRPr sz="1425" b="0">
                <a:solidFill>
                  <a:srgbClr val="786F61"/>
                </a:solidFill>
              </a:defRPr>
            </a:lvl6pPr>
            <a:lvl7pPr>
              <a:defRPr sz="1425" b="0">
                <a:solidFill>
                  <a:srgbClr val="786F61"/>
                </a:solidFill>
              </a:defRPr>
            </a:lvl7pPr>
            <a:lvl8pPr>
              <a:defRPr sz="1425" b="0">
                <a:solidFill>
                  <a:srgbClr val="786F61"/>
                </a:solidFill>
              </a:defRPr>
            </a:lvl8pPr>
            <a:lvl9pPr>
              <a:defRPr sz="1425" b="0">
                <a:solidFill>
                  <a:srgbClr val="786F61"/>
                </a:solidFill>
              </a:defRPr>
            </a:lvl9pPr>
          </a:lstStyle>
          <a:p>
            <a:pPr>
              <a:defRPr sz="1425" b="0">
                <a:solidFill>
                  <a:srgbClr val="786F61"/>
                </a:solidFill>
              </a:defRPr>
            </a:pPr>
            <a:r>
              <a:rPr sz="1425" b="0">
                <a:solidFill>
                  <a:srgbClr val="786F61"/>
                </a:solidFill>
              </a:rPr>
              <a:t>08   /   观展交互</a:t>
            </a:r>
            <a:endParaRPr sz="1425" b="0">
              <a:solidFill>
                <a:srgbClr val="786F6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63300" y="62960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786F61"/>
                </a:solidFill>
              </a:defRPr>
            </a:defPPr>
            <a:lvl1pPr>
              <a:defRPr sz="1350" b="0">
                <a:solidFill>
                  <a:srgbClr val="786F61"/>
                </a:solidFill>
              </a:defRPr>
            </a:lvl1pPr>
            <a:lvl2pPr>
              <a:defRPr sz="1350" b="0">
                <a:solidFill>
                  <a:srgbClr val="786F61"/>
                </a:solidFill>
              </a:defRPr>
            </a:lvl2pPr>
            <a:lvl3pPr>
              <a:defRPr sz="1350" b="0">
                <a:solidFill>
                  <a:srgbClr val="786F61"/>
                </a:solidFill>
              </a:defRPr>
            </a:lvl3pPr>
            <a:lvl4pPr>
              <a:defRPr sz="1350" b="0">
                <a:solidFill>
                  <a:srgbClr val="786F61"/>
                </a:solidFill>
              </a:defRPr>
            </a:lvl4pPr>
            <a:lvl5pPr>
              <a:defRPr sz="1350" b="0">
                <a:solidFill>
                  <a:srgbClr val="786F61"/>
                </a:solidFill>
              </a:defRPr>
            </a:lvl5pPr>
            <a:lvl6pPr>
              <a:defRPr sz="1350" b="0">
                <a:solidFill>
                  <a:srgbClr val="786F61"/>
                </a:solidFill>
              </a:defRPr>
            </a:lvl6pPr>
            <a:lvl7pPr>
              <a:defRPr sz="1350" b="0">
                <a:solidFill>
                  <a:srgbClr val="786F61"/>
                </a:solidFill>
              </a:defRPr>
            </a:lvl7pPr>
            <a:lvl8pPr>
              <a:defRPr sz="1350" b="0">
                <a:solidFill>
                  <a:srgbClr val="786F61"/>
                </a:solidFill>
              </a:defRPr>
            </a:lvl8pPr>
            <a:lvl9pPr>
              <a:defRPr sz="1350" b="0">
                <a:solidFill>
                  <a:srgbClr val="786F61"/>
                </a:solidFill>
              </a:defRPr>
            </a:lvl9pPr>
          </a:lstStyle>
          <a:p>
            <a:pPr>
              <a:defRPr sz="1350" b="0">
                <a:solidFill>
                  <a:srgbClr val="786F61"/>
                </a:solidFill>
              </a:defRPr>
            </a:pPr>
            <a:r>
              <a:rPr sz="1350" b="0">
                <a:solidFill>
                  <a:srgbClr val="786F61"/>
                </a:solidFill>
              </a:rPr>
              <a:t>09</a:t>
            </a:r>
            <a:endParaRPr sz="1350" b="0">
              <a:solidFill>
                <a:srgbClr val="786F6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904875"/>
            <a:ext cx="11239500" cy="1095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6000" b="1">
                <a:solidFill>
                  <a:srgbClr val="24231F"/>
                </a:solidFill>
              </a:defRPr>
            </a:defPPr>
            <a:lvl1pPr>
              <a:defRPr sz="6000" b="1">
                <a:solidFill>
                  <a:srgbClr val="24231F"/>
                </a:solidFill>
              </a:defRPr>
            </a:lvl1pPr>
            <a:lvl2pPr>
              <a:defRPr sz="6000" b="1">
                <a:solidFill>
                  <a:srgbClr val="24231F"/>
                </a:solidFill>
              </a:defRPr>
            </a:lvl2pPr>
            <a:lvl3pPr>
              <a:defRPr sz="6000" b="1">
                <a:solidFill>
                  <a:srgbClr val="24231F"/>
                </a:solidFill>
              </a:defRPr>
            </a:lvl3pPr>
            <a:lvl4pPr>
              <a:defRPr sz="6000" b="1">
                <a:solidFill>
                  <a:srgbClr val="24231F"/>
                </a:solidFill>
              </a:defRPr>
            </a:lvl4pPr>
            <a:lvl5pPr>
              <a:defRPr sz="6000" b="1">
                <a:solidFill>
                  <a:srgbClr val="24231F"/>
                </a:solidFill>
              </a:defRPr>
            </a:lvl5pPr>
            <a:lvl6pPr>
              <a:defRPr sz="6000" b="1">
                <a:solidFill>
                  <a:srgbClr val="24231F"/>
                </a:solidFill>
              </a:defRPr>
            </a:lvl6pPr>
            <a:lvl7pPr>
              <a:defRPr sz="6000" b="1">
                <a:solidFill>
                  <a:srgbClr val="24231F"/>
                </a:solidFill>
              </a:defRPr>
            </a:lvl7pPr>
            <a:lvl8pPr>
              <a:defRPr sz="6000" b="1">
                <a:solidFill>
                  <a:srgbClr val="24231F"/>
                </a:solidFill>
              </a:defRPr>
            </a:lvl8pPr>
            <a:lvl9pPr>
              <a:defRPr sz="6000" b="1">
                <a:solidFill>
                  <a:srgbClr val="24231F"/>
                </a:solidFill>
              </a:defRPr>
            </a:lvl9pPr>
          </a:lstStyle>
          <a:p>
            <a:pPr>
              <a:defRPr sz="6000" b="1">
                <a:solidFill>
                  <a:srgbClr val="24231F"/>
                </a:solidFill>
              </a:defRPr>
            </a:pPr>
            <a:r>
              <a:rPr sz="6000" b="1">
                <a:solidFill>
                  <a:srgbClr val="24231F"/>
                </a:solidFill>
              </a:rPr>
              <a:t>走近，才有回应</a:t>
            </a:r>
            <a:endParaRPr sz="6000" b="1">
              <a:solidFill>
                <a:srgbClr val="24231F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6923" b="6923"/>
          <a:stretch>
            <a:fillRect/>
          </a:stretch>
        </p:blipFill>
        <p:spPr>
          <a:xfrm>
            <a:off x="457200" y="2247900"/>
            <a:ext cx="7429500" cy="400050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8620125" y="2476500"/>
            <a:ext cx="28575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050" b="0">
                <a:solidFill>
                  <a:srgbClr val="24231F"/>
                </a:solidFill>
              </a:defRPr>
            </a:defPPr>
            <a:lvl1pPr>
              <a:defRPr sz="4050" b="0">
                <a:solidFill>
                  <a:srgbClr val="24231F"/>
                </a:solidFill>
              </a:defRPr>
            </a:lvl1pPr>
            <a:lvl2pPr>
              <a:defRPr sz="4050" b="0">
                <a:solidFill>
                  <a:srgbClr val="24231F"/>
                </a:solidFill>
              </a:defRPr>
            </a:lvl2pPr>
            <a:lvl3pPr>
              <a:defRPr sz="4050" b="0">
                <a:solidFill>
                  <a:srgbClr val="24231F"/>
                </a:solidFill>
              </a:defRPr>
            </a:lvl3pPr>
            <a:lvl4pPr>
              <a:defRPr sz="4050" b="0">
                <a:solidFill>
                  <a:srgbClr val="24231F"/>
                </a:solidFill>
              </a:defRPr>
            </a:lvl4pPr>
            <a:lvl5pPr>
              <a:defRPr sz="4050" b="0">
                <a:solidFill>
                  <a:srgbClr val="24231F"/>
                </a:solidFill>
              </a:defRPr>
            </a:lvl5pPr>
            <a:lvl6pPr>
              <a:defRPr sz="4050" b="0">
                <a:solidFill>
                  <a:srgbClr val="24231F"/>
                </a:solidFill>
              </a:defRPr>
            </a:lvl6pPr>
            <a:lvl7pPr>
              <a:defRPr sz="4050" b="0">
                <a:solidFill>
                  <a:srgbClr val="24231F"/>
                </a:solidFill>
              </a:defRPr>
            </a:lvl7pPr>
            <a:lvl8pPr>
              <a:defRPr sz="4050" b="0">
                <a:solidFill>
                  <a:srgbClr val="24231F"/>
                </a:solidFill>
              </a:defRPr>
            </a:lvl8pPr>
            <a:lvl9pPr>
              <a:defRPr sz="4050" b="0">
                <a:solidFill>
                  <a:srgbClr val="24231F"/>
                </a:solidFill>
              </a:defRPr>
            </a:lvl9pPr>
          </a:lstStyle>
          <a:p>
            <a:pPr>
              <a:defRPr sz="4050" b="0">
                <a:solidFill>
                  <a:srgbClr val="24231F"/>
                </a:solidFill>
              </a:defRPr>
            </a:pPr>
            <a:r>
              <a:rPr sz="4050" b="0">
                <a:solidFill>
                  <a:srgbClr val="24231F"/>
                </a:solidFill>
              </a:rPr>
              <a:t>漫游</a:t>
            </a:r>
            <a:endParaRPr sz="4050" b="0">
              <a:solidFill>
                <a:srgbClr val="24231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20125" y="3619500"/>
            <a:ext cx="28575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050" b="0">
                <a:solidFill>
                  <a:srgbClr val="AE3D2E"/>
                </a:solidFill>
              </a:defRPr>
            </a:defPPr>
            <a:lvl1pPr>
              <a:defRPr sz="4050" b="0">
                <a:solidFill>
                  <a:srgbClr val="AE3D2E"/>
                </a:solidFill>
              </a:defRPr>
            </a:lvl1pPr>
            <a:lvl2pPr>
              <a:defRPr sz="4050" b="0">
                <a:solidFill>
                  <a:srgbClr val="AE3D2E"/>
                </a:solidFill>
              </a:defRPr>
            </a:lvl2pPr>
            <a:lvl3pPr>
              <a:defRPr sz="4050" b="0">
                <a:solidFill>
                  <a:srgbClr val="AE3D2E"/>
                </a:solidFill>
              </a:defRPr>
            </a:lvl3pPr>
            <a:lvl4pPr>
              <a:defRPr sz="4050" b="0">
                <a:solidFill>
                  <a:srgbClr val="AE3D2E"/>
                </a:solidFill>
              </a:defRPr>
            </a:lvl4pPr>
            <a:lvl5pPr>
              <a:defRPr sz="4050" b="0">
                <a:solidFill>
                  <a:srgbClr val="AE3D2E"/>
                </a:solidFill>
              </a:defRPr>
            </a:lvl5pPr>
            <a:lvl6pPr>
              <a:defRPr sz="4050" b="0">
                <a:solidFill>
                  <a:srgbClr val="AE3D2E"/>
                </a:solidFill>
              </a:defRPr>
            </a:lvl6pPr>
            <a:lvl7pPr>
              <a:defRPr sz="4050" b="0">
                <a:solidFill>
                  <a:srgbClr val="AE3D2E"/>
                </a:solidFill>
              </a:defRPr>
            </a:lvl7pPr>
            <a:lvl8pPr>
              <a:defRPr sz="4050" b="0">
                <a:solidFill>
                  <a:srgbClr val="AE3D2E"/>
                </a:solidFill>
              </a:defRPr>
            </a:lvl8pPr>
            <a:lvl9pPr>
              <a:defRPr sz="4050" b="0">
                <a:solidFill>
                  <a:srgbClr val="AE3D2E"/>
                </a:solidFill>
              </a:defRPr>
            </a:lvl9pPr>
          </a:lstStyle>
          <a:p>
            <a:pPr>
              <a:defRPr sz="4050" b="0">
                <a:solidFill>
                  <a:srgbClr val="AE3D2E"/>
                </a:solidFill>
              </a:defRPr>
            </a:pPr>
            <a:r>
              <a:rPr sz="4050" b="0">
                <a:solidFill>
                  <a:srgbClr val="AE3D2E"/>
                </a:solidFill>
              </a:rPr>
              <a:t>停留</a:t>
            </a:r>
            <a:endParaRPr sz="4050" b="0">
              <a:solidFill>
                <a:srgbClr val="AE3D2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620125" y="4762500"/>
            <a:ext cx="28575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050" b="0">
                <a:solidFill>
                  <a:srgbClr val="24231F"/>
                </a:solidFill>
              </a:defRPr>
            </a:defPPr>
            <a:lvl1pPr>
              <a:defRPr sz="4050" b="0">
                <a:solidFill>
                  <a:srgbClr val="24231F"/>
                </a:solidFill>
              </a:defRPr>
            </a:lvl1pPr>
            <a:lvl2pPr>
              <a:defRPr sz="4050" b="0">
                <a:solidFill>
                  <a:srgbClr val="24231F"/>
                </a:solidFill>
              </a:defRPr>
            </a:lvl2pPr>
            <a:lvl3pPr>
              <a:defRPr sz="4050" b="0">
                <a:solidFill>
                  <a:srgbClr val="24231F"/>
                </a:solidFill>
              </a:defRPr>
            </a:lvl3pPr>
            <a:lvl4pPr>
              <a:defRPr sz="4050" b="0">
                <a:solidFill>
                  <a:srgbClr val="24231F"/>
                </a:solidFill>
              </a:defRPr>
            </a:lvl4pPr>
            <a:lvl5pPr>
              <a:defRPr sz="4050" b="0">
                <a:solidFill>
                  <a:srgbClr val="24231F"/>
                </a:solidFill>
              </a:defRPr>
            </a:lvl5pPr>
            <a:lvl6pPr>
              <a:defRPr sz="4050" b="0">
                <a:solidFill>
                  <a:srgbClr val="24231F"/>
                </a:solidFill>
              </a:defRPr>
            </a:lvl6pPr>
            <a:lvl7pPr>
              <a:defRPr sz="4050" b="0">
                <a:solidFill>
                  <a:srgbClr val="24231F"/>
                </a:solidFill>
              </a:defRPr>
            </a:lvl7pPr>
            <a:lvl8pPr>
              <a:defRPr sz="4050" b="0">
                <a:solidFill>
                  <a:srgbClr val="24231F"/>
                </a:solidFill>
              </a:defRPr>
            </a:lvl8pPr>
            <a:lvl9pPr>
              <a:defRPr sz="4050" b="0">
                <a:solidFill>
                  <a:srgbClr val="24231F"/>
                </a:solidFill>
              </a:defRPr>
            </a:lvl9pPr>
          </a:lstStyle>
          <a:p>
            <a:pPr>
              <a:defRPr sz="4050" b="0">
                <a:solidFill>
                  <a:srgbClr val="24231F"/>
                </a:solidFill>
              </a:defRPr>
            </a:pPr>
            <a:r>
              <a:rPr sz="4050" b="0">
                <a:solidFill>
                  <a:srgbClr val="24231F"/>
                </a:solidFill>
              </a:rPr>
              <a:t>探索</a:t>
            </a:r>
            <a:endParaRPr sz="4050" b="0">
              <a:solidFill>
                <a:srgbClr val="24231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572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86F61"/>
                </a:solidFill>
              </a:defRPr>
            </a:defPPr>
            <a:lvl1pPr>
              <a:defRPr sz="1425" b="0">
                <a:solidFill>
                  <a:srgbClr val="786F61"/>
                </a:solidFill>
              </a:defRPr>
            </a:lvl1pPr>
            <a:lvl2pPr>
              <a:defRPr sz="1425" b="0">
                <a:solidFill>
                  <a:srgbClr val="786F61"/>
                </a:solidFill>
              </a:defRPr>
            </a:lvl2pPr>
            <a:lvl3pPr>
              <a:defRPr sz="1425" b="0">
                <a:solidFill>
                  <a:srgbClr val="786F61"/>
                </a:solidFill>
              </a:defRPr>
            </a:lvl3pPr>
            <a:lvl4pPr>
              <a:defRPr sz="1425" b="0">
                <a:solidFill>
                  <a:srgbClr val="786F61"/>
                </a:solidFill>
              </a:defRPr>
            </a:lvl4pPr>
            <a:lvl5pPr>
              <a:defRPr sz="1425" b="0">
                <a:solidFill>
                  <a:srgbClr val="786F61"/>
                </a:solidFill>
              </a:defRPr>
            </a:lvl5pPr>
            <a:lvl6pPr>
              <a:defRPr sz="1425" b="0">
                <a:solidFill>
                  <a:srgbClr val="786F61"/>
                </a:solidFill>
              </a:defRPr>
            </a:lvl6pPr>
            <a:lvl7pPr>
              <a:defRPr sz="1425" b="0">
                <a:solidFill>
                  <a:srgbClr val="786F61"/>
                </a:solidFill>
              </a:defRPr>
            </a:lvl7pPr>
            <a:lvl8pPr>
              <a:defRPr sz="1425" b="0">
                <a:solidFill>
                  <a:srgbClr val="786F61"/>
                </a:solidFill>
              </a:defRPr>
            </a:lvl8pPr>
            <a:lvl9pPr>
              <a:defRPr sz="1425" b="0">
                <a:solidFill>
                  <a:srgbClr val="786F61"/>
                </a:solidFill>
              </a:defRPr>
            </a:lvl9pPr>
          </a:lstStyle>
          <a:p>
            <a:pPr>
              <a:defRPr sz="1425" b="0">
                <a:solidFill>
                  <a:srgbClr val="786F61"/>
                </a:solidFill>
              </a:defRPr>
            </a:pPr>
            <a:r>
              <a:rPr sz="1425" b="0">
                <a:solidFill>
                  <a:srgbClr val="786F61"/>
                </a:solidFill>
              </a:rPr>
              <a:t>09   /   商品细节</a:t>
            </a:r>
            <a:endParaRPr sz="1425" b="0">
              <a:solidFill>
                <a:srgbClr val="786F6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63300" y="62960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786F61"/>
                </a:solidFill>
              </a:defRPr>
            </a:defPPr>
            <a:lvl1pPr>
              <a:defRPr sz="1350" b="0">
                <a:solidFill>
                  <a:srgbClr val="786F61"/>
                </a:solidFill>
              </a:defRPr>
            </a:lvl1pPr>
            <a:lvl2pPr>
              <a:defRPr sz="1350" b="0">
                <a:solidFill>
                  <a:srgbClr val="786F61"/>
                </a:solidFill>
              </a:defRPr>
            </a:lvl2pPr>
            <a:lvl3pPr>
              <a:defRPr sz="1350" b="0">
                <a:solidFill>
                  <a:srgbClr val="786F61"/>
                </a:solidFill>
              </a:defRPr>
            </a:lvl3pPr>
            <a:lvl4pPr>
              <a:defRPr sz="1350" b="0">
                <a:solidFill>
                  <a:srgbClr val="786F61"/>
                </a:solidFill>
              </a:defRPr>
            </a:lvl4pPr>
            <a:lvl5pPr>
              <a:defRPr sz="1350" b="0">
                <a:solidFill>
                  <a:srgbClr val="786F61"/>
                </a:solidFill>
              </a:defRPr>
            </a:lvl5pPr>
            <a:lvl6pPr>
              <a:defRPr sz="1350" b="0">
                <a:solidFill>
                  <a:srgbClr val="786F61"/>
                </a:solidFill>
              </a:defRPr>
            </a:lvl6pPr>
            <a:lvl7pPr>
              <a:defRPr sz="1350" b="0">
                <a:solidFill>
                  <a:srgbClr val="786F61"/>
                </a:solidFill>
              </a:defRPr>
            </a:lvl7pPr>
            <a:lvl8pPr>
              <a:defRPr sz="1350" b="0">
                <a:solidFill>
                  <a:srgbClr val="786F61"/>
                </a:solidFill>
              </a:defRPr>
            </a:lvl8pPr>
            <a:lvl9pPr>
              <a:defRPr sz="1350" b="0">
                <a:solidFill>
                  <a:srgbClr val="786F61"/>
                </a:solidFill>
              </a:defRPr>
            </a:lvl9pPr>
          </a:lstStyle>
          <a:p>
            <a:pPr>
              <a:defRPr sz="1350" b="0">
                <a:solidFill>
                  <a:srgbClr val="786F61"/>
                </a:solidFill>
              </a:defRPr>
            </a:pPr>
            <a:r>
              <a:rPr sz="1350" b="0">
                <a:solidFill>
                  <a:srgbClr val="786F61"/>
                </a:solidFill>
              </a:rPr>
              <a:t>10</a:t>
            </a:r>
            <a:endParaRPr sz="1350" b="0">
              <a:solidFill>
                <a:srgbClr val="786F6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1688" y="762000"/>
            <a:ext cx="5476875" cy="547687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476250" y="1047750"/>
            <a:ext cx="5715000" cy="1381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400" b="1">
                <a:solidFill>
                  <a:srgbClr val="24231F"/>
                </a:solidFill>
              </a:defRPr>
            </a:defPPr>
            <a:lvl1pPr>
              <a:defRPr sz="8400" b="1">
                <a:solidFill>
                  <a:srgbClr val="24231F"/>
                </a:solidFill>
              </a:defRPr>
            </a:lvl1pPr>
            <a:lvl2pPr>
              <a:defRPr sz="8400" b="1">
                <a:solidFill>
                  <a:srgbClr val="24231F"/>
                </a:solidFill>
              </a:defRPr>
            </a:lvl2pPr>
            <a:lvl3pPr>
              <a:defRPr sz="8400" b="1">
                <a:solidFill>
                  <a:srgbClr val="24231F"/>
                </a:solidFill>
              </a:defRPr>
            </a:lvl3pPr>
            <a:lvl4pPr>
              <a:defRPr sz="8400" b="1">
                <a:solidFill>
                  <a:srgbClr val="24231F"/>
                </a:solidFill>
              </a:defRPr>
            </a:lvl4pPr>
            <a:lvl5pPr>
              <a:defRPr sz="8400" b="1">
                <a:solidFill>
                  <a:srgbClr val="24231F"/>
                </a:solidFill>
              </a:defRPr>
            </a:lvl5pPr>
            <a:lvl6pPr>
              <a:defRPr sz="8400" b="1">
                <a:solidFill>
                  <a:srgbClr val="24231F"/>
                </a:solidFill>
              </a:defRPr>
            </a:lvl6pPr>
            <a:lvl7pPr>
              <a:defRPr sz="8400" b="1">
                <a:solidFill>
                  <a:srgbClr val="24231F"/>
                </a:solidFill>
              </a:defRPr>
            </a:lvl7pPr>
            <a:lvl8pPr>
              <a:defRPr sz="8400" b="1">
                <a:solidFill>
                  <a:srgbClr val="24231F"/>
                </a:solidFill>
              </a:defRPr>
            </a:lvl8pPr>
            <a:lvl9pPr>
              <a:defRPr sz="8400" b="1">
                <a:solidFill>
                  <a:srgbClr val="24231F"/>
                </a:solidFill>
              </a:defRPr>
            </a:lvl9pPr>
          </a:lstStyle>
          <a:p>
            <a:pPr>
              <a:defRPr sz="8400" b="1">
                <a:solidFill>
                  <a:srgbClr val="24231F"/>
                </a:solidFill>
              </a:defRPr>
            </a:pPr>
            <a:r>
              <a:rPr sz="8400" b="1">
                <a:solidFill>
                  <a:srgbClr val="24231F"/>
                </a:solidFill>
              </a:rPr>
              <a:t>拿近</a:t>
            </a:r>
            <a:endParaRPr sz="8400" b="1">
              <a:solidFill>
                <a:srgbClr val="24231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2571750"/>
            <a:ext cx="5715000" cy="1381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400" b="1">
                <a:solidFill>
                  <a:srgbClr val="AE3D2E"/>
                </a:solidFill>
              </a:defRPr>
            </a:defPPr>
            <a:lvl1pPr>
              <a:defRPr sz="8400" b="1">
                <a:solidFill>
                  <a:srgbClr val="AE3D2E"/>
                </a:solidFill>
              </a:defRPr>
            </a:lvl1pPr>
            <a:lvl2pPr>
              <a:defRPr sz="8400" b="1">
                <a:solidFill>
                  <a:srgbClr val="AE3D2E"/>
                </a:solidFill>
              </a:defRPr>
            </a:lvl2pPr>
            <a:lvl3pPr>
              <a:defRPr sz="8400" b="1">
                <a:solidFill>
                  <a:srgbClr val="AE3D2E"/>
                </a:solidFill>
              </a:defRPr>
            </a:lvl3pPr>
            <a:lvl4pPr>
              <a:defRPr sz="8400" b="1">
                <a:solidFill>
                  <a:srgbClr val="AE3D2E"/>
                </a:solidFill>
              </a:defRPr>
            </a:lvl4pPr>
            <a:lvl5pPr>
              <a:defRPr sz="8400" b="1">
                <a:solidFill>
                  <a:srgbClr val="AE3D2E"/>
                </a:solidFill>
              </a:defRPr>
            </a:lvl5pPr>
            <a:lvl6pPr>
              <a:defRPr sz="8400" b="1">
                <a:solidFill>
                  <a:srgbClr val="AE3D2E"/>
                </a:solidFill>
              </a:defRPr>
            </a:lvl6pPr>
            <a:lvl7pPr>
              <a:defRPr sz="8400" b="1">
                <a:solidFill>
                  <a:srgbClr val="AE3D2E"/>
                </a:solidFill>
              </a:defRPr>
            </a:lvl7pPr>
            <a:lvl8pPr>
              <a:defRPr sz="8400" b="1">
                <a:solidFill>
                  <a:srgbClr val="AE3D2E"/>
                </a:solidFill>
              </a:defRPr>
            </a:lvl8pPr>
            <a:lvl9pPr>
              <a:defRPr sz="8400" b="1">
                <a:solidFill>
                  <a:srgbClr val="AE3D2E"/>
                </a:solidFill>
              </a:defRPr>
            </a:lvl9pPr>
          </a:lstStyle>
          <a:p>
            <a:pPr>
              <a:defRPr sz="8400" b="1">
                <a:solidFill>
                  <a:srgbClr val="AE3D2E"/>
                </a:solidFill>
              </a:defRPr>
            </a:pPr>
            <a:r>
              <a:rPr sz="8400" b="1">
                <a:solidFill>
                  <a:srgbClr val="AE3D2E"/>
                </a:solidFill>
              </a:rPr>
              <a:t>细看</a:t>
            </a:r>
            <a:endParaRPr sz="8400" b="1">
              <a:solidFill>
                <a:srgbClr val="AE3D2E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42925" y="4905375"/>
            <a:ext cx="61912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24231F"/>
                </a:solidFill>
              </a:defRPr>
            </a:defPPr>
            <a:lvl1pPr>
              <a:defRPr sz="2850" b="0">
                <a:solidFill>
                  <a:srgbClr val="24231F"/>
                </a:solidFill>
              </a:defRPr>
            </a:lvl1pPr>
            <a:lvl2pPr>
              <a:defRPr sz="2850" b="0">
                <a:solidFill>
                  <a:srgbClr val="24231F"/>
                </a:solidFill>
              </a:defRPr>
            </a:lvl2pPr>
            <a:lvl3pPr>
              <a:defRPr sz="2850" b="0">
                <a:solidFill>
                  <a:srgbClr val="24231F"/>
                </a:solidFill>
              </a:defRPr>
            </a:lvl3pPr>
            <a:lvl4pPr>
              <a:defRPr sz="2850" b="0">
                <a:solidFill>
                  <a:srgbClr val="24231F"/>
                </a:solidFill>
              </a:defRPr>
            </a:lvl4pPr>
            <a:lvl5pPr>
              <a:defRPr sz="2850" b="0">
                <a:solidFill>
                  <a:srgbClr val="24231F"/>
                </a:solidFill>
              </a:defRPr>
            </a:lvl5pPr>
            <a:lvl6pPr>
              <a:defRPr sz="2850" b="0">
                <a:solidFill>
                  <a:srgbClr val="24231F"/>
                </a:solidFill>
              </a:defRPr>
            </a:lvl6pPr>
            <a:lvl7pPr>
              <a:defRPr sz="2850" b="0">
                <a:solidFill>
                  <a:srgbClr val="24231F"/>
                </a:solidFill>
              </a:defRPr>
            </a:lvl7pPr>
            <a:lvl8pPr>
              <a:defRPr sz="2850" b="0">
                <a:solidFill>
                  <a:srgbClr val="24231F"/>
                </a:solidFill>
              </a:defRPr>
            </a:lvl8pPr>
            <a:lvl9pPr>
              <a:defRPr sz="2850" b="0">
                <a:solidFill>
                  <a:srgbClr val="24231F"/>
                </a:solidFill>
              </a:defRPr>
            </a:lvl9pPr>
          </a:lstStyle>
          <a:p>
            <a:pPr>
              <a:defRPr sz="2850" b="0">
                <a:solidFill>
                  <a:srgbClr val="24231F"/>
                </a:solidFill>
              </a:defRPr>
            </a:pPr>
            <a:r>
              <a:rPr sz="2850" b="0">
                <a:solidFill>
                  <a:srgbClr val="24231F"/>
                </a:solidFill>
              </a:rPr>
              <a:t>旋转   缩放   查看</a:t>
            </a:r>
            <a:endParaRPr sz="2850" b="0">
              <a:solidFill>
                <a:srgbClr val="24231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42925" y="5753100"/>
            <a:ext cx="8572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4231F"/>
                </a:solidFill>
              </a:defRPr>
            </a:defPPr>
            <a:lvl1pPr>
              <a:defRPr sz="2100" b="0">
                <a:solidFill>
                  <a:srgbClr val="24231F"/>
                </a:solidFill>
              </a:defRPr>
            </a:lvl1pPr>
            <a:lvl2pPr>
              <a:defRPr sz="2100" b="0">
                <a:solidFill>
                  <a:srgbClr val="24231F"/>
                </a:solidFill>
              </a:defRPr>
            </a:lvl2pPr>
            <a:lvl3pPr>
              <a:defRPr sz="2100" b="0">
                <a:solidFill>
                  <a:srgbClr val="24231F"/>
                </a:solidFill>
              </a:defRPr>
            </a:lvl3pPr>
            <a:lvl4pPr>
              <a:defRPr sz="2100" b="0">
                <a:solidFill>
                  <a:srgbClr val="24231F"/>
                </a:solidFill>
              </a:defRPr>
            </a:lvl4pPr>
            <a:lvl5pPr>
              <a:defRPr sz="2100" b="0">
                <a:solidFill>
                  <a:srgbClr val="24231F"/>
                </a:solidFill>
              </a:defRPr>
            </a:lvl5pPr>
            <a:lvl6pPr>
              <a:defRPr sz="2100" b="0">
                <a:solidFill>
                  <a:srgbClr val="24231F"/>
                </a:solidFill>
              </a:defRPr>
            </a:lvl6pPr>
            <a:lvl7pPr>
              <a:defRPr sz="2100" b="0">
                <a:solidFill>
                  <a:srgbClr val="24231F"/>
                </a:solidFill>
              </a:defRPr>
            </a:lvl7pPr>
            <a:lvl8pPr>
              <a:defRPr sz="2100" b="0">
                <a:solidFill>
                  <a:srgbClr val="24231F"/>
                </a:solidFill>
              </a:defRPr>
            </a:lvl8pPr>
            <a:lvl9pPr>
              <a:defRPr sz="2100" b="0">
                <a:solidFill>
                  <a:srgbClr val="24231F"/>
                </a:solidFill>
              </a:defRPr>
            </a:lvl9pPr>
          </a:lstStyle>
          <a:p>
            <a:pPr>
              <a:defRPr sz="2100" b="0">
                <a:solidFill>
                  <a:srgbClr val="24231F"/>
                </a:solidFill>
              </a:defRPr>
            </a:pPr>
            <a:r>
              <a:rPr sz="2100" b="0">
                <a:solidFill>
                  <a:srgbClr val="24231F"/>
                </a:solidFill>
              </a:rPr>
              <a:t>让小商品，拥有完整的观看尺度</a:t>
            </a:r>
            <a:endParaRPr sz="2100" b="0">
              <a:solidFill>
                <a:srgbClr val="24231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572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86F61"/>
                </a:solidFill>
              </a:defRPr>
            </a:defPPr>
            <a:lvl1pPr>
              <a:defRPr sz="1425" b="0">
                <a:solidFill>
                  <a:srgbClr val="786F61"/>
                </a:solidFill>
              </a:defRPr>
            </a:lvl1pPr>
            <a:lvl2pPr>
              <a:defRPr sz="1425" b="0">
                <a:solidFill>
                  <a:srgbClr val="786F61"/>
                </a:solidFill>
              </a:defRPr>
            </a:lvl2pPr>
            <a:lvl3pPr>
              <a:defRPr sz="1425" b="0">
                <a:solidFill>
                  <a:srgbClr val="786F61"/>
                </a:solidFill>
              </a:defRPr>
            </a:lvl3pPr>
            <a:lvl4pPr>
              <a:defRPr sz="1425" b="0">
                <a:solidFill>
                  <a:srgbClr val="786F61"/>
                </a:solidFill>
              </a:defRPr>
            </a:lvl4pPr>
            <a:lvl5pPr>
              <a:defRPr sz="1425" b="0">
                <a:solidFill>
                  <a:srgbClr val="786F61"/>
                </a:solidFill>
              </a:defRPr>
            </a:lvl5pPr>
            <a:lvl6pPr>
              <a:defRPr sz="1425" b="0">
                <a:solidFill>
                  <a:srgbClr val="786F61"/>
                </a:solidFill>
              </a:defRPr>
            </a:lvl6pPr>
            <a:lvl7pPr>
              <a:defRPr sz="1425" b="0">
                <a:solidFill>
                  <a:srgbClr val="786F61"/>
                </a:solidFill>
              </a:defRPr>
            </a:lvl7pPr>
            <a:lvl8pPr>
              <a:defRPr sz="1425" b="0">
                <a:solidFill>
                  <a:srgbClr val="786F61"/>
                </a:solidFill>
              </a:defRPr>
            </a:lvl8pPr>
            <a:lvl9pPr>
              <a:defRPr sz="1425" b="0">
                <a:solidFill>
                  <a:srgbClr val="786F61"/>
                </a:solidFill>
              </a:defRPr>
            </a:lvl9pPr>
          </a:lstStyle>
          <a:p>
            <a:pPr>
              <a:defRPr sz="1425" b="0">
                <a:solidFill>
                  <a:srgbClr val="786F61"/>
                </a:solidFill>
              </a:defRPr>
            </a:pPr>
            <a:r>
              <a:rPr sz="1425" b="0">
                <a:solidFill>
                  <a:srgbClr val="786F61"/>
                </a:solidFill>
              </a:rPr>
              <a:t>10   /   视觉系统</a:t>
            </a:r>
            <a:endParaRPr sz="1425" b="0">
              <a:solidFill>
                <a:srgbClr val="786F6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63300" y="62960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786F61"/>
                </a:solidFill>
              </a:defRPr>
            </a:defPPr>
            <a:lvl1pPr>
              <a:defRPr sz="1350" b="0">
                <a:solidFill>
                  <a:srgbClr val="786F61"/>
                </a:solidFill>
              </a:defRPr>
            </a:lvl1pPr>
            <a:lvl2pPr>
              <a:defRPr sz="1350" b="0">
                <a:solidFill>
                  <a:srgbClr val="786F61"/>
                </a:solidFill>
              </a:defRPr>
            </a:lvl2pPr>
            <a:lvl3pPr>
              <a:defRPr sz="1350" b="0">
                <a:solidFill>
                  <a:srgbClr val="786F61"/>
                </a:solidFill>
              </a:defRPr>
            </a:lvl3pPr>
            <a:lvl4pPr>
              <a:defRPr sz="1350" b="0">
                <a:solidFill>
                  <a:srgbClr val="786F61"/>
                </a:solidFill>
              </a:defRPr>
            </a:lvl4pPr>
            <a:lvl5pPr>
              <a:defRPr sz="1350" b="0">
                <a:solidFill>
                  <a:srgbClr val="786F61"/>
                </a:solidFill>
              </a:defRPr>
            </a:lvl5pPr>
            <a:lvl6pPr>
              <a:defRPr sz="1350" b="0">
                <a:solidFill>
                  <a:srgbClr val="786F61"/>
                </a:solidFill>
              </a:defRPr>
            </a:lvl6pPr>
            <a:lvl7pPr>
              <a:defRPr sz="1350" b="0">
                <a:solidFill>
                  <a:srgbClr val="786F61"/>
                </a:solidFill>
              </a:defRPr>
            </a:lvl7pPr>
            <a:lvl8pPr>
              <a:defRPr sz="1350" b="0">
                <a:solidFill>
                  <a:srgbClr val="786F61"/>
                </a:solidFill>
              </a:defRPr>
            </a:lvl8pPr>
            <a:lvl9pPr>
              <a:defRPr sz="1350" b="0">
                <a:solidFill>
                  <a:srgbClr val="786F61"/>
                </a:solidFill>
              </a:defRPr>
            </a:lvl9pPr>
          </a:lstStyle>
          <a:p>
            <a:pPr>
              <a:defRPr sz="1350" b="0">
                <a:solidFill>
                  <a:srgbClr val="786F61"/>
                </a:solidFill>
              </a:defRPr>
            </a:pPr>
            <a:r>
              <a:rPr sz="1350" b="0">
                <a:solidFill>
                  <a:srgbClr val="786F61"/>
                </a:solidFill>
              </a:rPr>
              <a:t>11</a:t>
            </a:r>
            <a:endParaRPr sz="1350" b="0">
              <a:solidFill>
                <a:srgbClr val="786F6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9275" y="1571625"/>
            <a:ext cx="6172200" cy="385762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457200" y="981075"/>
            <a:ext cx="52387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6600" b="1">
                <a:solidFill>
                  <a:srgbClr val="24231F"/>
                </a:solidFill>
              </a:defRPr>
            </a:defPPr>
            <a:lvl1pPr>
              <a:defRPr sz="6600" b="1">
                <a:solidFill>
                  <a:srgbClr val="24231F"/>
                </a:solidFill>
              </a:defRPr>
            </a:lvl1pPr>
            <a:lvl2pPr>
              <a:defRPr sz="6600" b="1">
                <a:solidFill>
                  <a:srgbClr val="24231F"/>
                </a:solidFill>
              </a:defRPr>
            </a:lvl2pPr>
            <a:lvl3pPr>
              <a:defRPr sz="6600" b="1">
                <a:solidFill>
                  <a:srgbClr val="24231F"/>
                </a:solidFill>
              </a:defRPr>
            </a:lvl3pPr>
            <a:lvl4pPr>
              <a:defRPr sz="6600" b="1">
                <a:solidFill>
                  <a:srgbClr val="24231F"/>
                </a:solidFill>
              </a:defRPr>
            </a:lvl4pPr>
            <a:lvl5pPr>
              <a:defRPr sz="6600" b="1">
                <a:solidFill>
                  <a:srgbClr val="24231F"/>
                </a:solidFill>
              </a:defRPr>
            </a:lvl5pPr>
            <a:lvl6pPr>
              <a:defRPr sz="6600" b="1">
                <a:solidFill>
                  <a:srgbClr val="24231F"/>
                </a:solidFill>
              </a:defRPr>
            </a:lvl6pPr>
            <a:lvl7pPr>
              <a:defRPr sz="6600" b="1">
                <a:solidFill>
                  <a:srgbClr val="24231F"/>
                </a:solidFill>
              </a:defRPr>
            </a:lvl7pPr>
            <a:lvl8pPr>
              <a:defRPr sz="6600" b="1">
                <a:solidFill>
                  <a:srgbClr val="24231F"/>
                </a:solidFill>
              </a:defRPr>
            </a:lvl8pPr>
            <a:lvl9pPr>
              <a:defRPr sz="6600" b="1">
                <a:solidFill>
                  <a:srgbClr val="24231F"/>
                </a:solidFill>
              </a:defRPr>
            </a:lvl9pPr>
          </a:lstStyle>
          <a:p>
            <a:pPr>
              <a:defRPr sz="6600" b="1">
                <a:solidFill>
                  <a:srgbClr val="24231F"/>
                </a:solidFill>
              </a:defRPr>
            </a:pPr>
            <a:r>
              <a:rPr sz="6600" b="1">
                <a:solidFill>
                  <a:srgbClr val="24231F"/>
                </a:solidFill>
              </a:rPr>
              <a:t>纸感</a:t>
            </a:r>
            <a:endParaRPr sz="6600" b="1">
              <a:solidFill>
                <a:srgbClr val="24231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57200" y="2124075"/>
            <a:ext cx="52387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6600" b="1">
                <a:solidFill>
                  <a:srgbClr val="24231F"/>
                </a:solidFill>
              </a:defRPr>
            </a:defPPr>
            <a:lvl1pPr>
              <a:defRPr sz="6600" b="1">
                <a:solidFill>
                  <a:srgbClr val="24231F"/>
                </a:solidFill>
              </a:defRPr>
            </a:lvl1pPr>
            <a:lvl2pPr>
              <a:defRPr sz="6600" b="1">
                <a:solidFill>
                  <a:srgbClr val="24231F"/>
                </a:solidFill>
              </a:defRPr>
            </a:lvl2pPr>
            <a:lvl3pPr>
              <a:defRPr sz="6600" b="1">
                <a:solidFill>
                  <a:srgbClr val="24231F"/>
                </a:solidFill>
              </a:defRPr>
            </a:lvl3pPr>
            <a:lvl4pPr>
              <a:defRPr sz="6600" b="1">
                <a:solidFill>
                  <a:srgbClr val="24231F"/>
                </a:solidFill>
              </a:defRPr>
            </a:lvl4pPr>
            <a:lvl5pPr>
              <a:defRPr sz="6600" b="1">
                <a:solidFill>
                  <a:srgbClr val="24231F"/>
                </a:solidFill>
              </a:defRPr>
            </a:lvl5pPr>
            <a:lvl6pPr>
              <a:defRPr sz="6600" b="1">
                <a:solidFill>
                  <a:srgbClr val="24231F"/>
                </a:solidFill>
              </a:defRPr>
            </a:lvl6pPr>
            <a:lvl7pPr>
              <a:defRPr sz="6600" b="1">
                <a:solidFill>
                  <a:srgbClr val="24231F"/>
                </a:solidFill>
              </a:defRPr>
            </a:lvl7pPr>
            <a:lvl8pPr>
              <a:defRPr sz="6600" b="1">
                <a:solidFill>
                  <a:srgbClr val="24231F"/>
                </a:solidFill>
              </a:defRPr>
            </a:lvl8pPr>
            <a:lvl9pPr>
              <a:defRPr sz="6600" b="1">
                <a:solidFill>
                  <a:srgbClr val="24231F"/>
                </a:solidFill>
              </a:defRPr>
            </a:lvl9pPr>
          </a:lstStyle>
          <a:p>
            <a:pPr>
              <a:defRPr sz="6600" b="1">
                <a:solidFill>
                  <a:srgbClr val="24231F"/>
                </a:solidFill>
              </a:defRPr>
            </a:pPr>
            <a:r>
              <a:rPr sz="6600" b="1">
                <a:solidFill>
                  <a:srgbClr val="24231F"/>
                </a:solidFill>
              </a:rPr>
              <a:t>墨字</a:t>
            </a:r>
            <a:endParaRPr sz="6600" b="1">
              <a:solidFill>
                <a:srgbClr val="24231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57200" y="3267075"/>
            <a:ext cx="52387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6600" b="1">
                <a:solidFill>
                  <a:srgbClr val="AE3D2E"/>
                </a:solidFill>
              </a:defRPr>
            </a:defPPr>
            <a:lvl1pPr>
              <a:defRPr sz="6600" b="1">
                <a:solidFill>
                  <a:srgbClr val="AE3D2E"/>
                </a:solidFill>
              </a:defRPr>
            </a:lvl1pPr>
            <a:lvl2pPr>
              <a:defRPr sz="6600" b="1">
                <a:solidFill>
                  <a:srgbClr val="AE3D2E"/>
                </a:solidFill>
              </a:defRPr>
            </a:lvl2pPr>
            <a:lvl3pPr>
              <a:defRPr sz="6600" b="1">
                <a:solidFill>
                  <a:srgbClr val="AE3D2E"/>
                </a:solidFill>
              </a:defRPr>
            </a:lvl3pPr>
            <a:lvl4pPr>
              <a:defRPr sz="6600" b="1">
                <a:solidFill>
                  <a:srgbClr val="AE3D2E"/>
                </a:solidFill>
              </a:defRPr>
            </a:lvl4pPr>
            <a:lvl5pPr>
              <a:defRPr sz="6600" b="1">
                <a:solidFill>
                  <a:srgbClr val="AE3D2E"/>
                </a:solidFill>
              </a:defRPr>
            </a:lvl5pPr>
            <a:lvl6pPr>
              <a:defRPr sz="6600" b="1">
                <a:solidFill>
                  <a:srgbClr val="AE3D2E"/>
                </a:solidFill>
              </a:defRPr>
            </a:lvl6pPr>
            <a:lvl7pPr>
              <a:defRPr sz="6600" b="1">
                <a:solidFill>
                  <a:srgbClr val="AE3D2E"/>
                </a:solidFill>
              </a:defRPr>
            </a:lvl7pPr>
            <a:lvl8pPr>
              <a:defRPr sz="6600" b="1">
                <a:solidFill>
                  <a:srgbClr val="AE3D2E"/>
                </a:solidFill>
              </a:defRPr>
            </a:lvl8pPr>
            <a:lvl9pPr>
              <a:defRPr sz="6600" b="1">
                <a:solidFill>
                  <a:srgbClr val="AE3D2E"/>
                </a:solidFill>
              </a:defRPr>
            </a:lvl9pPr>
          </a:lstStyle>
          <a:p>
            <a:pPr>
              <a:defRPr sz="6600" b="1">
                <a:solidFill>
                  <a:srgbClr val="AE3D2E"/>
                </a:solidFill>
              </a:defRPr>
            </a:pPr>
            <a:r>
              <a:rPr sz="6600" b="1">
                <a:solidFill>
                  <a:srgbClr val="AE3D2E"/>
                </a:solidFill>
              </a:rPr>
              <a:t>朱红</a:t>
            </a:r>
            <a:endParaRPr sz="6600" b="1">
              <a:solidFill>
                <a:srgbClr val="AE3D2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42925" y="5572125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0">
                <a:solidFill>
                  <a:srgbClr val="24231F"/>
                </a:solidFill>
              </a:defRPr>
            </a:defPPr>
            <a:lvl1pPr>
              <a:defRPr sz="3000" b="0">
                <a:solidFill>
                  <a:srgbClr val="24231F"/>
                </a:solidFill>
              </a:defRPr>
            </a:lvl1pPr>
            <a:lvl2pPr>
              <a:defRPr sz="3000" b="0">
                <a:solidFill>
                  <a:srgbClr val="24231F"/>
                </a:solidFill>
              </a:defRPr>
            </a:lvl2pPr>
            <a:lvl3pPr>
              <a:defRPr sz="3000" b="0">
                <a:solidFill>
                  <a:srgbClr val="24231F"/>
                </a:solidFill>
              </a:defRPr>
            </a:lvl3pPr>
            <a:lvl4pPr>
              <a:defRPr sz="3000" b="0">
                <a:solidFill>
                  <a:srgbClr val="24231F"/>
                </a:solidFill>
              </a:defRPr>
            </a:lvl4pPr>
            <a:lvl5pPr>
              <a:defRPr sz="3000" b="0">
                <a:solidFill>
                  <a:srgbClr val="24231F"/>
                </a:solidFill>
              </a:defRPr>
            </a:lvl5pPr>
            <a:lvl6pPr>
              <a:defRPr sz="3000" b="0">
                <a:solidFill>
                  <a:srgbClr val="24231F"/>
                </a:solidFill>
              </a:defRPr>
            </a:lvl6pPr>
            <a:lvl7pPr>
              <a:defRPr sz="3000" b="0">
                <a:solidFill>
                  <a:srgbClr val="24231F"/>
                </a:solidFill>
              </a:defRPr>
            </a:lvl7pPr>
            <a:lvl8pPr>
              <a:defRPr sz="3000" b="0">
                <a:solidFill>
                  <a:srgbClr val="24231F"/>
                </a:solidFill>
              </a:defRPr>
            </a:lvl8pPr>
            <a:lvl9pPr>
              <a:defRPr sz="3000" b="0">
                <a:solidFill>
                  <a:srgbClr val="24231F"/>
                </a:solidFill>
              </a:defRPr>
            </a:lvl9pPr>
          </a:lstStyle>
          <a:p>
            <a:pPr>
              <a:defRPr sz="3000" b="0">
                <a:solidFill>
                  <a:srgbClr val="24231F"/>
                </a:solidFill>
              </a:defRPr>
            </a:pPr>
            <a:r>
              <a:rPr sz="3000" b="0">
                <a:solidFill>
                  <a:srgbClr val="24231F"/>
                </a:solidFill>
              </a:rPr>
              <a:t>少一点界面，多一点场景</a:t>
            </a:r>
            <a:endParaRPr sz="3000" b="0">
              <a:solidFill>
                <a:srgbClr val="24231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572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86F61"/>
                </a:solidFill>
              </a:defRPr>
            </a:defPPr>
            <a:lvl1pPr>
              <a:defRPr sz="1425" b="0">
                <a:solidFill>
                  <a:srgbClr val="786F61"/>
                </a:solidFill>
              </a:defRPr>
            </a:lvl1pPr>
            <a:lvl2pPr>
              <a:defRPr sz="1425" b="0">
                <a:solidFill>
                  <a:srgbClr val="786F61"/>
                </a:solidFill>
              </a:defRPr>
            </a:lvl2pPr>
            <a:lvl3pPr>
              <a:defRPr sz="1425" b="0">
                <a:solidFill>
                  <a:srgbClr val="786F61"/>
                </a:solidFill>
              </a:defRPr>
            </a:lvl3pPr>
            <a:lvl4pPr>
              <a:defRPr sz="1425" b="0">
                <a:solidFill>
                  <a:srgbClr val="786F61"/>
                </a:solidFill>
              </a:defRPr>
            </a:lvl4pPr>
            <a:lvl5pPr>
              <a:defRPr sz="1425" b="0">
                <a:solidFill>
                  <a:srgbClr val="786F61"/>
                </a:solidFill>
              </a:defRPr>
            </a:lvl5pPr>
            <a:lvl6pPr>
              <a:defRPr sz="1425" b="0">
                <a:solidFill>
                  <a:srgbClr val="786F61"/>
                </a:solidFill>
              </a:defRPr>
            </a:lvl6pPr>
            <a:lvl7pPr>
              <a:defRPr sz="1425" b="0">
                <a:solidFill>
                  <a:srgbClr val="786F61"/>
                </a:solidFill>
              </a:defRPr>
            </a:lvl7pPr>
            <a:lvl8pPr>
              <a:defRPr sz="1425" b="0">
                <a:solidFill>
                  <a:srgbClr val="786F61"/>
                </a:solidFill>
              </a:defRPr>
            </a:lvl8pPr>
            <a:lvl9pPr>
              <a:defRPr sz="1425" b="0">
                <a:solidFill>
                  <a:srgbClr val="786F61"/>
                </a:solidFill>
              </a:defRPr>
            </a:lvl9pPr>
          </a:lstStyle>
          <a:p>
            <a:pPr>
              <a:defRPr sz="1425" b="0">
                <a:solidFill>
                  <a:srgbClr val="786F61"/>
                </a:solidFill>
              </a:defRPr>
            </a:pPr>
            <a:r>
              <a:rPr sz="1425" b="0">
                <a:solidFill>
                  <a:srgbClr val="786F61"/>
                </a:solidFill>
              </a:rPr>
              <a:t>11   /   制作流程</a:t>
            </a:r>
            <a:endParaRPr sz="1425" b="0">
              <a:solidFill>
                <a:srgbClr val="786F6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63300" y="62960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786F61"/>
                </a:solidFill>
              </a:defRPr>
            </a:defPPr>
            <a:lvl1pPr>
              <a:defRPr sz="1350" b="0">
                <a:solidFill>
                  <a:srgbClr val="786F61"/>
                </a:solidFill>
              </a:defRPr>
            </a:lvl1pPr>
            <a:lvl2pPr>
              <a:defRPr sz="1350" b="0">
                <a:solidFill>
                  <a:srgbClr val="786F61"/>
                </a:solidFill>
              </a:defRPr>
            </a:lvl2pPr>
            <a:lvl3pPr>
              <a:defRPr sz="1350" b="0">
                <a:solidFill>
                  <a:srgbClr val="786F61"/>
                </a:solidFill>
              </a:defRPr>
            </a:lvl3pPr>
            <a:lvl4pPr>
              <a:defRPr sz="1350" b="0">
                <a:solidFill>
                  <a:srgbClr val="786F61"/>
                </a:solidFill>
              </a:defRPr>
            </a:lvl4pPr>
            <a:lvl5pPr>
              <a:defRPr sz="1350" b="0">
                <a:solidFill>
                  <a:srgbClr val="786F61"/>
                </a:solidFill>
              </a:defRPr>
            </a:lvl5pPr>
            <a:lvl6pPr>
              <a:defRPr sz="1350" b="0">
                <a:solidFill>
                  <a:srgbClr val="786F61"/>
                </a:solidFill>
              </a:defRPr>
            </a:lvl6pPr>
            <a:lvl7pPr>
              <a:defRPr sz="1350" b="0">
                <a:solidFill>
                  <a:srgbClr val="786F61"/>
                </a:solidFill>
              </a:defRPr>
            </a:lvl7pPr>
            <a:lvl8pPr>
              <a:defRPr sz="1350" b="0">
                <a:solidFill>
                  <a:srgbClr val="786F61"/>
                </a:solidFill>
              </a:defRPr>
            </a:lvl8pPr>
            <a:lvl9pPr>
              <a:defRPr sz="1350" b="0">
                <a:solidFill>
                  <a:srgbClr val="786F61"/>
                </a:solidFill>
              </a:defRPr>
            </a:lvl9pPr>
          </a:lstStyle>
          <a:p>
            <a:pPr>
              <a:defRPr sz="1350" b="0">
                <a:solidFill>
                  <a:srgbClr val="786F61"/>
                </a:solidFill>
              </a:defRPr>
            </a:pPr>
            <a:r>
              <a:rPr sz="1350" b="0">
                <a:solidFill>
                  <a:srgbClr val="786F61"/>
                </a:solidFill>
              </a:rPr>
              <a:t>12</a:t>
            </a:r>
            <a:endParaRPr sz="1350" b="0">
              <a:solidFill>
                <a:srgbClr val="786F6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914400"/>
            <a:ext cx="11239500" cy="1066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6000" b="1">
                <a:solidFill>
                  <a:srgbClr val="24231F"/>
                </a:solidFill>
              </a:defRPr>
            </a:defPPr>
            <a:lvl1pPr>
              <a:defRPr sz="6000" b="1">
                <a:solidFill>
                  <a:srgbClr val="24231F"/>
                </a:solidFill>
              </a:defRPr>
            </a:lvl1pPr>
            <a:lvl2pPr>
              <a:defRPr sz="6000" b="1">
                <a:solidFill>
                  <a:srgbClr val="24231F"/>
                </a:solidFill>
              </a:defRPr>
            </a:lvl2pPr>
            <a:lvl3pPr>
              <a:defRPr sz="6000" b="1">
                <a:solidFill>
                  <a:srgbClr val="24231F"/>
                </a:solidFill>
              </a:defRPr>
            </a:lvl3pPr>
            <a:lvl4pPr>
              <a:defRPr sz="6000" b="1">
                <a:solidFill>
                  <a:srgbClr val="24231F"/>
                </a:solidFill>
              </a:defRPr>
            </a:lvl4pPr>
            <a:lvl5pPr>
              <a:defRPr sz="6000" b="1">
                <a:solidFill>
                  <a:srgbClr val="24231F"/>
                </a:solidFill>
              </a:defRPr>
            </a:lvl5pPr>
            <a:lvl6pPr>
              <a:defRPr sz="6000" b="1">
                <a:solidFill>
                  <a:srgbClr val="24231F"/>
                </a:solidFill>
              </a:defRPr>
            </a:lvl6pPr>
            <a:lvl7pPr>
              <a:defRPr sz="6000" b="1">
                <a:solidFill>
                  <a:srgbClr val="24231F"/>
                </a:solidFill>
              </a:defRPr>
            </a:lvl7pPr>
            <a:lvl8pPr>
              <a:defRPr sz="6000" b="1">
                <a:solidFill>
                  <a:srgbClr val="24231F"/>
                </a:solidFill>
              </a:defRPr>
            </a:lvl8pPr>
            <a:lvl9pPr>
              <a:defRPr sz="6000" b="1">
                <a:solidFill>
                  <a:srgbClr val="24231F"/>
                </a:solidFill>
              </a:defRPr>
            </a:lvl9pPr>
          </a:lstStyle>
          <a:p>
            <a:pPr>
              <a:defRPr sz="6000" b="1">
                <a:solidFill>
                  <a:srgbClr val="24231F"/>
                </a:solidFill>
              </a:defRPr>
            </a:pPr>
            <a:r>
              <a:rPr sz="6000" b="1">
                <a:solidFill>
                  <a:srgbClr val="24231F"/>
                </a:solidFill>
              </a:rPr>
              <a:t>把想法，搭成市集</a:t>
            </a:r>
            <a:endParaRPr sz="6000" b="1">
              <a:solidFill>
                <a:srgbClr val="24231F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4375" y="1809750"/>
            <a:ext cx="7239000" cy="4524375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533400" y="2447925"/>
            <a:ext cx="3333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0">
                <a:solidFill>
                  <a:srgbClr val="24231F"/>
                </a:solidFill>
              </a:defRPr>
            </a:defPPr>
            <a:lvl1pPr>
              <a:defRPr sz="3600" b="0">
                <a:solidFill>
                  <a:srgbClr val="24231F"/>
                </a:solidFill>
              </a:defRPr>
            </a:lvl1pPr>
            <a:lvl2pPr>
              <a:defRPr sz="3600" b="0">
                <a:solidFill>
                  <a:srgbClr val="24231F"/>
                </a:solidFill>
              </a:defRPr>
            </a:lvl2pPr>
            <a:lvl3pPr>
              <a:defRPr sz="3600" b="0">
                <a:solidFill>
                  <a:srgbClr val="24231F"/>
                </a:solidFill>
              </a:defRPr>
            </a:lvl3pPr>
            <a:lvl4pPr>
              <a:defRPr sz="3600" b="0">
                <a:solidFill>
                  <a:srgbClr val="24231F"/>
                </a:solidFill>
              </a:defRPr>
            </a:lvl4pPr>
            <a:lvl5pPr>
              <a:defRPr sz="3600" b="0">
                <a:solidFill>
                  <a:srgbClr val="24231F"/>
                </a:solidFill>
              </a:defRPr>
            </a:lvl5pPr>
            <a:lvl6pPr>
              <a:defRPr sz="3600" b="0">
                <a:solidFill>
                  <a:srgbClr val="24231F"/>
                </a:solidFill>
              </a:defRPr>
            </a:lvl6pPr>
            <a:lvl7pPr>
              <a:defRPr sz="3600" b="0">
                <a:solidFill>
                  <a:srgbClr val="24231F"/>
                </a:solidFill>
              </a:defRPr>
            </a:lvl7pPr>
            <a:lvl8pPr>
              <a:defRPr sz="3600" b="0">
                <a:solidFill>
                  <a:srgbClr val="24231F"/>
                </a:solidFill>
              </a:defRPr>
            </a:lvl8pPr>
            <a:lvl9pPr>
              <a:defRPr sz="3600" b="0">
                <a:solidFill>
                  <a:srgbClr val="24231F"/>
                </a:solidFill>
              </a:defRPr>
            </a:lvl9pPr>
          </a:lstStyle>
          <a:p>
            <a:pPr>
              <a:defRPr sz="3600" b="0">
                <a:solidFill>
                  <a:srgbClr val="24231F"/>
                </a:solidFill>
              </a:defRPr>
            </a:pPr>
            <a:r>
              <a:rPr sz="3600" b="0">
                <a:solidFill>
                  <a:srgbClr val="24231F"/>
                </a:solidFill>
              </a:rPr>
              <a:t>构思</a:t>
            </a:r>
            <a:endParaRPr sz="3600" b="0">
              <a:solidFill>
                <a:srgbClr val="24231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3333750"/>
            <a:ext cx="3333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0">
                <a:solidFill>
                  <a:srgbClr val="24231F"/>
                </a:solidFill>
              </a:defRPr>
            </a:defPPr>
            <a:lvl1pPr>
              <a:defRPr sz="3600" b="0">
                <a:solidFill>
                  <a:srgbClr val="24231F"/>
                </a:solidFill>
              </a:defRPr>
            </a:lvl1pPr>
            <a:lvl2pPr>
              <a:defRPr sz="3600" b="0">
                <a:solidFill>
                  <a:srgbClr val="24231F"/>
                </a:solidFill>
              </a:defRPr>
            </a:lvl2pPr>
            <a:lvl3pPr>
              <a:defRPr sz="3600" b="0">
                <a:solidFill>
                  <a:srgbClr val="24231F"/>
                </a:solidFill>
              </a:defRPr>
            </a:lvl3pPr>
            <a:lvl4pPr>
              <a:defRPr sz="3600" b="0">
                <a:solidFill>
                  <a:srgbClr val="24231F"/>
                </a:solidFill>
              </a:defRPr>
            </a:lvl4pPr>
            <a:lvl5pPr>
              <a:defRPr sz="3600" b="0">
                <a:solidFill>
                  <a:srgbClr val="24231F"/>
                </a:solidFill>
              </a:defRPr>
            </a:lvl5pPr>
            <a:lvl6pPr>
              <a:defRPr sz="3600" b="0">
                <a:solidFill>
                  <a:srgbClr val="24231F"/>
                </a:solidFill>
              </a:defRPr>
            </a:lvl6pPr>
            <a:lvl7pPr>
              <a:defRPr sz="3600" b="0">
                <a:solidFill>
                  <a:srgbClr val="24231F"/>
                </a:solidFill>
              </a:defRPr>
            </a:lvl7pPr>
            <a:lvl8pPr>
              <a:defRPr sz="3600" b="0">
                <a:solidFill>
                  <a:srgbClr val="24231F"/>
                </a:solidFill>
              </a:defRPr>
            </a:lvl8pPr>
            <a:lvl9pPr>
              <a:defRPr sz="3600" b="0">
                <a:solidFill>
                  <a:srgbClr val="24231F"/>
                </a:solidFill>
              </a:defRPr>
            </a:lvl9pPr>
          </a:lstStyle>
          <a:p>
            <a:pPr>
              <a:defRPr sz="3600" b="0">
                <a:solidFill>
                  <a:srgbClr val="24231F"/>
                </a:solidFill>
              </a:defRPr>
            </a:pPr>
            <a:r>
              <a:rPr sz="3600" b="0">
                <a:solidFill>
                  <a:srgbClr val="24231F"/>
                </a:solidFill>
              </a:rPr>
              <a:t>建模</a:t>
            </a:r>
            <a:endParaRPr sz="3600" b="0">
              <a:solidFill>
                <a:srgbClr val="24231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33400" y="4219575"/>
            <a:ext cx="3333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0">
                <a:solidFill>
                  <a:srgbClr val="24231F"/>
                </a:solidFill>
              </a:defRPr>
            </a:defPPr>
            <a:lvl1pPr>
              <a:defRPr sz="3600" b="0">
                <a:solidFill>
                  <a:srgbClr val="24231F"/>
                </a:solidFill>
              </a:defRPr>
            </a:lvl1pPr>
            <a:lvl2pPr>
              <a:defRPr sz="3600" b="0">
                <a:solidFill>
                  <a:srgbClr val="24231F"/>
                </a:solidFill>
              </a:defRPr>
            </a:lvl2pPr>
            <a:lvl3pPr>
              <a:defRPr sz="3600" b="0">
                <a:solidFill>
                  <a:srgbClr val="24231F"/>
                </a:solidFill>
              </a:defRPr>
            </a:lvl3pPr>
            <a:lvl4pPr>
              <a:defRPr sz="3600" b="0">
                <a:solidFill>
                  <a:srgbClr val="24231F"/>
                </a:solidFill>
              </a:defRPr>
            </a:lvl4pPr>
            <a:lvl5pPr>
              <a:defRPr sz="3600" b="0">
                <a:solidFill>
                  <a:srgbClr val="24231F"/>
                </a:solidFill>
              </a:defRPr>
            </a:lvl5pPr>
            <a:lvl6pPr>
              <a:defRPr sz="3600" b="0">
                <a:solidFill>
                  <a:srgbClr val="24231F"/>
                </a:solidFill>
              </a:defRPr>
            </a:lvl6pPr>
            <a:lvl7pPr>
              <a:defRPr sz="3600" b="0">
                <a:solidFill>
                  <a:srgbClr val="24231F"/>
                </a:solidFill>
              </a:defRPr>
            </a:lvl7pPr>
            <a:lvl8pPr>
              <a:defRPr sz="3600" b="0">
                <a:solidFill>
                  <a:srgbClr val="24231F"/>
                </a:solidFill>
              </a:defRPr>
            </a:lvl8pPr>
            <a:lvl9pPr>
              <a:defRPr sz="3600" b="0">
                <a:solidFill>
                  <a:srgbClr val="24231F"/>
                </a:solidFill>
              </a:defRPr>
            </a:lvl9pPr>
          </a:lstStyle>
          <a:p>
            <a:pPr>
              <a:defRPr sz="3600" b="0">
                <a:solidFill>
                  <a:srgbClr val="24231F"/>
                </a:solidFill>
              </a:defRPr>
            </a:pPr>
            <a:r>
              <a:rPr sz="3600" b="0">
                <a:solidFill>
                  <a:srgbClr val="24231F"/>
                </a:solidFill>
              </a:rPr>
              <a:t>布光</a:t>
            </a:r>
            <a:endParaRPr sz="3600" b="0">
              <a:solidFill>
                <a:srgbClr val="24231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5105400"/>
            <a:ext cx="3333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0">
                <a:solidFill>
                  <a:srgbClr val="AE3D2E"/>
                </a:solidFill>
              </a:defRPr>
            </a:defPPr>
            <a:lvl1pPr>
              <a:defRPr sz="3600" b="0">
                <a:solidFill>
                  <a:srgbClr val="AE3D2E"/>
                </a:solidFill>
              </a:defRPr>
            </a:lvl1pPr>
            <a:lvl2pPr>
              <a:defRPr sz="3600" b="0">
                <a:solidFill>
                  <a:srgbClr val="AE3D2E"/>
                </a:solidFill>
              </a:defRPr>
            </a:lvl2pPr>
            <a:lvl3pPr>
              <a:defRPr sz="3600" b="0">
                <a:solidFill>
                  <a:srgbClr val="AE3D2E"/>
                </a:solidFill>
              </a:defRPr>
            </a:lvl3pPr>
            <a:lvl4pPr>
              <a:defRPr sz="3600" b="0">
                <a:solidFill>
                  <a:srgbClr val="AE3D2E"/>
                </a:solidFill>
              </a:defRPr>
            </a:lvl4pPr>
            <a:lvl5pPr>
              <a:defRPr sz="3600" b="0">
                <a:solidFill>
                  <a:srgbClr val="AE3D2E"/>
                </a:solidFill>
              </a:defRPr>
            </a:lvl5pPr>
            <a:lvl6pPr>
              <a:defRPr sz="3600" b="0">
                <a:solidFill>
                  <a:srgbClr val="AE3D2E"/>
                </a:solidFill>
              </a:defRPr>
            </a:lvl6pPr>
            <a:lvl7pPr>
              <a:defRPr sz="3600" b="0">
                <a:solidFill>
                  <a:srgbClr val="AE3D2E"/>
                </a:solidFill>
              </a:defRPr>
            </a:lvl7pPr>
            <a:lvl8pPr>
              <a:defRPr sz="3600" b="0">
                <a:solidFill>
                  <a:srgbClr val="AE3D2E"/>
                </a:solidFill>
              </a:defRPr>
            </a:lvl8pPr>
            <a:lvl9pPr>
              <a:defRPr sz="3600" b="0">
                <a:solidFill>
                  <a:srgbClr val="AE3D2E"/>
                </a:solidFill>
              </a:defRPr>
            </a:lvl9pPr>
          </a:lstStyle>
          <a:p>
            <a:pPr>
              <a:defRPr sz="3600" b="0">
                <a:solidFill>
                  <a:srgbClr val="AE3D2E"/>
                </a:solidFill>
              </a:defRPr>
            </a:pPr>
            <a:r>
              <a:rPr sz="3600" b="0">
                <a:solidFill>
                  <a:srgbClr val="AE3D2E"/>
                </a:solidFill>
              </a:rPr>
              <a:t>交互</a:t>
            </a:r>
            <a:endParaRPr sz="3600" b="0">
              <a:solidFill>
                <a:srgbClr val="AE3D2E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572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86F61"/>
                </a:solidFill>
              </a:defRPr>
            </a:defPPr>
            <a:lvl1pPr>
              <a:defRPr sz="1425" b="0">
                <a:solidFill>
                  <a:srgbClr val="786F61"/>
                </a:solidFill>
              </a:defRPr>
            </a:lvl1pPr>
            <a:lvl2pPr>
              <a:defRPr sz="1425" b="0">
                <a:solidFill>
                  <a:srgbClr val="786F61"/>
                </a:solidFill>
              </a:defRPr>
            </a:lvl2pPr>
            <a:lvl3pPr>
              <a:defRPr sz="1425" b="0">
                <a:solidFill>
                  <a:srgbClr val="786F61"/>
                </a:solidFill>
              </a:defRPr>
            </a:lvl3pPr>
            <a:lvl4pPr>
              <a:defRPr sz="1425" b="0">
                <a:solidFill>
                  <a:srgbClr val="786F61"/>
                </a:solidFill>
              </a:defRPr>
            </a:lvl4pPr>
            <a:lvl5pPr>
              <a:defRPr sz="1425" b="0">
                <a:solidFill>
                  <a:srgbClr val="786F61"/>
                </a:solidFill>
              </a:defRPr>
            </a:lvl5pPr>
            <a:lvl6pPr>
              <a:defRPr sz="1425" b="0">
                <a:solidFill>
                  <a:srgbClr val="786F61"/>
                </a:solidFill>
              </a:defRPr>
            </a:lvl6pPr>
            <a:lvl7pPr>
              <a:defRPr sz="1425" b="0">
                <a:solidFill>
                  <a:srgbClr val="786F61"/>
                </a:solidFill>
              </a:defRPr>
            </a:lvl7pPr>
            <a:lvl8pPr>
              <a:defRPr sz="1425" b="0">
                <a:solidFill>
                  <a:srgbClr val="786F61"/>
                </a:solidFill>
              </a:defRPr>
            </a:lvl8pPr>
            <a:lvl9pPr>
              <a:defRPr sz="1425" b="0">
                <a:solidFill>
                  <a:srgbClr val="786F61"/>
                </a:solidFill>
              </a:defRPr>
            </a:lvl9pPr>
          </a:lstStyle>
          <a:p>
            <a:pPr>
              <a:defRPr sz="1425" b="0">
                <a:solidFill>
                  <a:srgbClr val="786F61"/>
                </a:solidFill>
              </a:defRPr>
            </a:pPr>
            <a:r>
              <a:rPr sz="1425" b="0">
                <a:solidFill>
                  <a:srgbClr val="786F61"/>
                </a:solidFill>
              </a:rPr>
              <a:t>12   /   制作素材</a:t>
            </a:r>
            <a:endParaRPr sz="1425" b="0">
              <a:solidFill>
                <a:srgbClr val="786F6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63300" y="62960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786F61"/>
                </a:solidFill>
              </a:defRPr>
            </a:defPPr>
            <a:lvl1pPr>
              <a:defRPr sz="1350" b="0">
                <a:solidFill>
                  <a:srgbClr val="786F61"/>
                </a:solidFill>
              </a:defRPr>
            </a:lvl1pPr>
            <a:lvl2pPr>
              <a:defRPr sz="1350" b="0">
                <a:solidFill>
                  <a:srgbClr val="786F61"/>
                </a:solidFill>
              </a:defRPr>
            </a:lvl2pPr>
            <a:lvl3pPr>
              <a:defRPr sz="1350" b="0">
                <a:solidFill>
                  <a:srgbClr val="786F61"/>
                </a:solidFill>
              </a:defRPr>
            </a:lvl3pPr>
            <a:lvl4pPr>
              <a:defRPr sz="1350" b="0">
                <a:solidFill>
                  <a:srgbClr val="786F61"/>
                </a:solidFill>
              </a:defRPr>
            </a:lvl4pPr>
            <a:lvl5pPr>
              <a:defRPr sz="1350" b="0">
                <a:solidFill>
                  <a:srgbClr val="786F61"/>
                </a:solidFill>
              </a:defRPr>
            </a:lvl5pPr>
            <a:lvl6pPr>
              <a:defRPr sz="1350" b="0">
                <a:solidFill>
                  <a:srgbClr val="786F61"/>
                </a:solidFill>
              </a:defRPr>
            </a:lvl6pPr>
            <a:lvl7pPr>
              <a:defRPr sz="1350" b="0">
                <a:solidFill>
                  <a:srgbClr val="786F61"/>
                </a:solidFill>
              </a:defRPr>
            </a:lvl7pPr>
            <a:lvl8pPr>
              <a:defRPr sz="1350" b="0">
                <a:solidFill>
                  <a:srgbClr val="786F61"/>
                </a:solidFill>
              </a:defRPr>
            </a:lvl8pPr>
            <a:lvl9pPr>
              <a:defRPr sz="1350" b="0">
                <a:solidFill>
                  <a:srgbClr val="786F61"/>
                </a:solidFill>
              </a:defRPr>
            </a:lvl9pPr>
          </a:lstStyle>
          <a:p>
            <a:pPr>
              <a:defRPr sz="1350" b="0">
                <a:solidFill>
                  <a:srgbClr val="786F61"/>
                </a:solidFill>
              </a:defRPr>
            </a:pPr>
            <a:r>
              <a:rPr sz="1350" b="0">
                <a:solidFill>
                  <a:srgbClr val="786F61"/>
                </a:solidFill>
              </a:rPr>
              <a:t>13</a:t>
            </a:r>
            <a:endParaRPr sz="1350" b="0">
              <a:solidFill>
                <a:srgbClr val="786F6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904875"/>
            <a:ext cx="112395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5700" b="1">
                <a:solidFill>
                  <a:srgbClr val="24231F"/>
                </a:solidFill>
              </a:defRPr>
            </a:defPPr>
            <a:lvl1pPr>
              <a:defRPr sz="5700" b="1">
                <a:solidFill>
                  <a:srgbClr val="24231F"/>
                </a:solidFill>
              </a:defRPr>
            </a:lvl1pPr>
            <a:lvl2pPr>
              <a:defRPr sz="5700" b="1">
                <a:solidFill>
                  <a:srgbClr val="24231F"/>
                </a:solidFill>
              </a:defRPr>
            </a:lvl2pPr>
            <a:lvl3pPr>
              <a:defRPr sz="5700" b="1">
                <a:solidFill>
                  <a:srgbClr val="24231F"/>
                </a:solidFill>
              </a:defRPr>
            </a:lvl3pPr>
            <a:lvl4pPr>
              <a:defRPr sz="5700" b="1">
                <a:solidFill>
                  <a:srgbClr val="24231F"/>
                </a:solidFill>
              </a:defRPr>
            </a:lvl4pPr>
            <a:lvl5pPr>
              <a:defRPr sz="5700" b="1">
                <a:solidFill>
                  <a:srgbClr val="24231F"/>
                </a:solidFill>
              </a:defRPr>
            </a:lvl5pPr>
            <a:lvl6pPr>
              <a:defRPr sz="5700" b="1">
                <a:solidFill>
                  <a:srgbClr val="24231F"/>
                </a:solidFill>
              </a:defRPr>
            </a:lvl6pPr>
            <a:lvl7pPr>
              <a:defRPr sz="5700" b="1">
                <a:solidFill>
                  <a:srgbClr val="24231F"/>
                </a:solidFill>
              </a:defRPr>
            </a:lvl7pPr>
            <a:lvl8pPr>
              <a:defRPr sz="5700" b="1">
                <a:solidFill>
                  <a:srgbClr val="24231F"/>
                </a:solidFill>
              </a:defRPr>
            </a:lvl8pPr>
            <a:lvl9pPr>
              <a:defRPr sz="5700" b="1">
                <a:solidFill>
                  <a:srgbClr val="24231F"/>
                </a:solidFill>
              </a:defRPr>
            </a:lvl9pPr>
          </a:lstStyle>
          <a:p>
            <a:pPr>
              <a:defRPr sz="5700" b="1">
                <a:solidFill>
                  <a:srgbClr val="24231F"/>
                </a:solidFill>
              </a:defRPr>
            </a:pPr>
            <a:r>
              <a:rPr sz="5700" b="1">
                <a:solidFill>
                  <a:srgbClr val="24231F"/>
                </a:solidFill>
              </a:rPr>
              <a:t>场景 × 材质 × 器物</a:t>
            </a:r>
            <a:endParaRPr sz="5700" b="1">
              <a:solidFill>
                <a:srgbClr val="24231F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7625" y="2333625"/>
            <a:ext cx="5715000" cy="35718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0" y="2667000"/>
            <a:ext cx="3048000" cy="304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571750"/>
            <a:ext cx="3238500" cy="323850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571500" y="5734050"/>
            <a:ext cx="3810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24231F"/>
                </a:solidFill>
              </a:defRPr>
            </a:defPPr>
            <a:lvl1pPr>
              <a:defRPr sz="2850" b="0">
                <a:solidFill>
                  <a:srgbClr val="24231F"/>
                </a:solidFill>
              </a:defRPr>
            </a:lvl1pPr>
            <a:lvl2pPr>
              <a:defRPr sz="2850" b="0">
                <a:solidFill>
                  <a:srgbClr val="24231F"/>
                </a:solidFill>
              </a:defRPr>
            </a:lvl2pPr>
            <a:lvl3pPr>
              <a:defRPr sz="2850" b="0">
                <a:solidFill>
                  <a:srgbClr val="24231F"/>
                </a:solidFill>
              </a:defRPr>
            </a:lvl3pPr>
            <a:lvl4pPr>
              <a:defRPr sz="2850" b="0">
                <a:solidFill>
                  <a:srgbClr val="24231F"/>
                </a:solidFill>
              </a:defRPr>
            </a:lvl4pPr>
            <a:lvl5pPr>
              <a:defRPr sz="2850" b="0">
                <a:solidFill>
                  <a:srgbClr val="24231F"/>
                </a:solidFill>
              </a:defRPr>
            </a:lvl5pPr>
            <a:lvl6pPr>
              <a:defRPr sz="2850" b="0">
                <a:solidFill>
                  <a:srgbClr val="24231F"/>
                </a:solidFill>
              </a:defRPr>
            </a:lvl6pPr>
            <a:lvl7pPr>
              <a:defRPr sz="2850" b="0">
                <a:solidFill>
                  <a:srgbClr val="24231F"/>
                </a:solidFill>
              </a:defRPr>
            </a:lvl7pPr>
            <a:lvl8pPr>
              <a:defRPr sz="2850" b="0">
                <a:solidFill>
                  <a:srgbClr val="24231F"/>
                </a:solidFill>
              </a:defRPr>
            </a:lvl8pPr>
            <a:lvl9pPr>
              <a:defRPr sz="2850" b="0">
                <a:solidFill>
                  <a:srgbClr val="24231F"/>
                </a:solidFill>
              </a:defRPr>
            </a:lvl9pPr>
          </a:lstStyle>
          <a:p>
            <a:pPr>
              <a:defRPr sz="2850" b="0">
                <a:solidFill>
                  <a:srgbClr val="24231F"/>
                </a:solidFill>
              </a:defRPr>
            </a:pPr>
            <a:r>
              <a:rPr sz="2850" b="0">
                <a:solidFill>
                  <a:srgbClr val="24231F"/>
                </a:solidFill>
              </a:rPr>
              <a:t>模型资产</a:t>
            </a:r>
            <a:endParaRPr sz="2850" b="0">
              <a:solidFill>
                <a:srgbClr val="24231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857750" y="5734050"/>
            <a:ext cx="4095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24231F"/>
                </a:solidFill>
              </a:defRPr>
            </a:defPPr>
            <a:lvl1pPr>
              <a:defRPr sz="2850" b="0">
                <a:solidFill>
                  <a:srgbClr val="24231F"/>
                </a:solidFill>
              </a:defRPr>
            </a:lvl1pPr>
            <a:lvl2pPr>
              <a:defRPr sz="2850" b="0">
                <a:solidFill>
                  <a:srgbClr val="24231F"/>
                </a:solidFill>
              </a:defRPr>
            </a:lvl2pPr>
            <a:lvl3pPr>
              <a:defRPr sz="2850" b="0">
                <a:solidFill>
                  <a:srgbClr val="24231F"/>
                </a:solidFill>
              </a:defRPr>
            </a:lvl3pPr>
            <a:lvl4pPr>
              <a:defRPr sz="2850" b="0">
                <a:solidFill>
                  <a:srgbClr val="24231F"/>
                </a:solidFill>
              </a:defRPr>
            </a:lvl4pPr>
            <a:lvl5pPr>
              <a:defRPr sz="2850" b="0">
                <a:solidFill>
                  <a:srgbClr val="24231F"/>
                </a:solidFill>
              </a:defRPr>
            </a:lvl5pPr>
            <a:lvl6pPr>
              <a:defRPr sz="2850" b="0">
                <a:solidFill>
                  <a:srgbClr val="24231F"/>
                </a:solidFill>
              </a:defRPr>
            </a:lvl6pPr>
            <a:lvl7pPr>
              <a:defRPr sz="2850" b="0">
                <a:solidFill>
                  <a:srgbClr val="24231F"/>
                </a:solidFill>
              </a:defRPr>
            </a:lvl7pPr>
            <a:lvl8pPr>
              <a:defRPr sz="2850" b="0">
                <a:solidFill>
                  <a:srgbClr val="24231F"/>
                </a:solidFill>
              </a:defRPr>
            </a:lvl8pPr>
            <a:lvl9pPr>
              <a:defRPr sz="2850" b="0">
                <a:solidFill>
                  <a:srgbClr val="24231F"/>
                </a:solidFill>
              </a:defRPr>
            </a:lvl9pPr>
          </a:lstStyle>
          <a:p>
            <a:pPr>
              <a:defRPr sz="2850" b="0">
                <a:solidFill>
                  <a:srgbClr val="24231F"/>
                </a:solidFill>
              </a:defRPr>
            </a:pPr>
            <a:r>
              <a:rPr sz="2850" b="0">
                <a:solidFill>
                  <a:srgbClr val="24231F"/>
                </a:solidFill>
              </a:rPr>
              <a:t>材质与贴图</a:t>
            </a:r>
            <a:endParaRPr sz="2850" b="0">
              <a:solidFill>
                <a:srgbClr val="24231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334500" y="5734050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AE3D2E"/>
                </a:solidFill>
              </a:defRPr>
            </a:defPPr>
            <a:lvl1pPr>
              <a:defRPr sz="2850" b="0">
                <a:solidFill>
                  <a:srgbClr val="AE3D2E"/>
                </a:solidFill>
              </a:defRPr>
            </a:lvl1pPr>
            <a:lvl2pPr>
              <a:defRPr sz="2850" b="0">
                <a:solidFill>
                  <a:srgbClr val="AE3D2E"/>
                </a:solidFill>
              </a:defRPr>
            </a:lvl2pPr>
            <a:lvl3pPr>
              <a:defRPr sz="2850" b="0">
                <a:solidFill>
                  <a:srgbClr val="AE3D2E"/>
                </a:solidFill>
              </a:defRPr>
            </a:lvl3pPr>
            <a:lvl4pPr>
              <a:defRPr sz="2850" b="0">
                <a:solidFill>
                  <a:srgbClr val="AE3D2E"/>
                </a:solidFill>
              </a:defRPr>
            </a:lvl4pPr>
            <a:lvl5pPr>
              <a:defRPr sz="2850" b="0">
                <a:solidFill>
                  <a:srgbClr val="AE3D2E"/>
                </a:solidFill>
              </a:defRPr>
            </a:lvl5pPr>
            <a:lvl6pPr>
              <a:defRPr sz="2850" b="0">
                <a:solidFill>
                  <a:srgbClr val="AE3D2E"/>
                </a:solidFill>
              </a:defRPr>
            </a:lvl6pPr>
            <a:lvl7pPr>
              <a:defRPr sz="2850" b="0">
                <a:solidFill>
                  <a:srgbClr val="AE3D2E"/>
                </a:solidFill>
              </a:defRPr>
            </a:lvl7pPr>
            <a:lvl8pPr>
              <a:defRPr sz="2850" b="0">
                <a:solidFill>
                  <a:srgbClr val="AE3D2E"/>
                </a:solidFill>
              </a:defRPr>
            </a:lvl8pPr>
            <a:lvl9pPr>
              <a:defRPr sz="2850" b="0">
                <a:solidFill>
                  <a:srgbClr val="AE3D2E"/>
                </a:solidFill>
              </a:defRPr>
            </a:lvl9pPr>
          </a:lstStyle>
          <a:p>
            <a:pPr>
              <a:defRPr sz="2850" b="0">
                <a:solidFill>
                  <a:srgbClr val="AE3D2E"/>
                </a:solidFill>
              </a:defRPr>
            </a:pPr>
            <a:r>
              <a:rPr sz="2850" b="0">
                <a:solidFill>
                  <a:srgbClr val="AE3D2E"/>
                </a:solidFill>
              </a:rPr>
              <a:t>网页呈现</a:t>
            </a:r>
            <a:endParaRPr sz="2850" b="0">
              <a:solidFill>
                <a:srgbClr val="AE3D2E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572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D8C6A7"/>
                </a:solidFill>
              </a:defRPr>
            </a:defPPr>
            <a:lvl1pPr>
              <a:defRPr sz="1425" b="0">
                <a:solidFill>
                  <a:srgbClr val="D8C6A7"/>
                </a:solidFill>
              </a:defRPr>
            </a:lvl1pPr>
            <a:lvl2pPr>
              <a:defRPr sz="1425" b="0">
                <a:solidFill>
                  <a:srgbClr val="D8C6A7"/>
                </a:solidFill>
              </a:defRPr>
            </a:lvl2pPr>
            <a:lvl3pPr>
              <a:defRPr sz="1425" b="0">
                <a:solidFill>
                  <a:srgbClr val="D8C6A7"/>
                </a:solidFill>
              </a:defRPr>
            </a:lvl3pPr>
            <a:lvl4pPr>
              <a:defRPr sz="1425" b="0">
                <a:solidFill>
                  <a:srgbClr val="D8C6A7"/>
                </a:solidFill>
              </a:defRPr>
            </a:lvl4pPr>
            <a:lvl5pPr>
              <a:defRPr sz="1425" b="0">
                <a:solidFill>
                  <a:srgbClr val="D8C6A7"/>
                </a:solidFill>
              </a:defRPr>
            </a:lvl5pPr>
            <a:lvl6pPr>
              <a:defRPr sz="1425" b="0">
                <a:solidFill>
                  <a:srgbClr val="D8C6A7"/>
                </a:solidFill>
              </a:defRPr>
            </a:lvl6pPr>
            <a:lvl7pPr>
              <a:defRPr sz="1425" b="0">
                <a:solidFill>
                  <a:srgbClr val="D8C6A7"/>
                </a:solidFill>
              </a:defRPr>
            </a:lvl7pPr>
            <a:lvl8pPr>
              <a:defRPr sz="1425" b="0">
                <a:solidFill>
                  <a:srgbClr val="D8C6A7"/>
                </a:solidFill>
              </a:defRPr>
            </a:lvl8pPr>
            <a:lvl9pPr>
              <a:defRPr sz="1425" b="0">
                <a:solidFill>
                  <a:srgbClr val="D8C6A7"/>
                </a:solidFill>
              </a:defRPr>
            </a:lvl9pPr>
          </a:lstStyle>
          <a:p>
            <a:pPr>
              <a:defRPr sz="1425" b="0">
                <a:solidFill>
                  <a:srgbClr val="D8C6A7"/>
                </a:solidFill>
              </a:defRPr>
            </a:pPr>
            <a:r>
              <a:rPr sz="1425" b="0">
                <a:solidFill>
                  <a:srgbClr val="D8C6A7"/>
                </a:solidFill>
              </a:rPr>
              <a:t>13   /   展示价值与应用</a:t>
            </a:r>
            <a:endParaRPr sz="1425" b="0">
              <a:solidFill>
                <a:srgbClr val="D8C6A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63300" y="62960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D8C6A7"/>
                </a:solidFill>
              </a:defRPr>
            </a:defPPr>
            <a:lvl1pPr>
              <a:defRPr sz="1350" b="0">
                <a:solidFill>
                  <a:srgbClr val="D8C6A7"/>
                </a:solidFill>
              </a:defRPr>
            </a:lvl1pPr>
            <a:lvl2pPr>
              <a:defRPr sz="1350" b="0">
                <a:solidFill>
                  <a:srgbClr val="D8C6A7"/>
                </a:solidFill>
              </a:defRPr>
            </a:lvl2pPr>
            <a:lvl3pPr>
              <a:defRPr sz="1350" b="0">
                <a:solidFill>
                  <a:srgbClr val="D8C6A7"/>
                </a:solidFill>
              </a:defRPr>
            </a:lvl3pPr>
            <a:lvl4pPr>
              <a:defRPr sz="1350" b="0">
                <a:solidFill>
                  <a:srgbClr val="D8C6A7"/>
                </a:solidFill>
              </a:defRPr>
            </a:lvl4pPr>
            <a:lvl5pPr>
              <a:defRPr sz="1350" b="0">
                <a:solidFill>
                  <a:srgbClr val="D8C6A7"/>
                </a:solidFill>
              </a:defRPr>
            </a:lvl5pPr>
            <a:lvl6pPr>
              <a:defRPr sz="1350" b="0">
                <a:solidFill>
                  <a:srgbClr val="D8C6A7"/>
                </a:solidFill>
              </a:defRPr>
            </a:lvl6pPr>
            <a:lvl7pPr>
              <a:defRPr sz="1350" b="0">
                <a:solidFill>
                  <a:srgbClr val="D8C6A7"/>
                </a:solidFill>
              </a:defRPr>
            </a:lvl7pPr>
            <a:lvl8pPr>
              <a:defRPr sz="1350" b="0">
                <a:solidFill>
                  <a:srgbClr val="D8C6A7"/>
                </a:solidFill>
              </a:defRPr>
            </a:lvl8pPr>
            <a:lvl9pPr>
              <a:defRPr sz="1350" b="0">
                <a:solidFill>
                  <a:srgbClr val="D8C6A7"/>
                </a:solidFill>
              </a:defRPr>
            </a:lvl9pPr>
          </a:lstStyle>
          <a:p>
            <a:pPr>
              <a:defRPr sz="1350" b="0">
                <a:solidFill>
                  <a:srgbClr val="D8C6A7"/>
                </a:solidFill>
              </a:defRPr>
            </a:pPr>
            <a:r>
              <a:rPr sz="1350" b="0">
                <a:solidFill>
                  <a:srgbClr val="D8C6A7"/>
                </a:solidFill>
              </a:rPr>
              <a:t>14</a:t>
            </a:r>
            <a:endParaRPr sz="1350" b="0">
              <a:solidFill>
                <a:srgbClr val="D8C6A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895350"/>
            <a:ext cx="112395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5700" b="1">
                <a:solidFill>
                  <a:srgbClr val="F2EBDD"/>
                </a:solidFill>
              </a:defRPr>
            </a:defPPr>
            <a:lvl1pPr>
              <a:defRPr sz="5700" b="1">
                <a:solidFill>
                  <a:srgbClr val="F2EBDD"/>
                </a:solidFill>
              </a:defRPr>
            </a:lvl1pPr>
            <a:lvl2pPr>
              <a:defRPr sz="5700" b="1">
                <a:solidFill>
                  <a:srgbClr val="F2EBDD"/>
                </a:solidFill>
              </a:defRPr>
            </a:lvl2pPr>
            <a:lvl3pPr>
              <a:defRPr sz="5700" b="1">
                <a:solidFill>
                  <a:srgbClr val="F2EBDD"/>
                </a:solidFill>
              </a:defRPr>
            </a:lvl3pPr>
            <a:lvl4pPr>
              <a:defRPr sz="5700" b="1">
                <a:solidFill>
                  <a:srgbClr val="F2EBDD"/>
                </a:solidFill>
              </a:defRPr>
            </a:lvl4pPr>
            <a:lvl5pPr>
              <a:defRPr sz="5700" b="1">
                <a:solidFill>
                  <a:srgbClr val="F2EBDD"/>
                </a:solidFill>
              </a:defRPr>
            </a:lvl5pPr>
            <a:lvl6pPr>
              <a:defRPr sz="5700" b="1">
                <a:solidFill>
                  <a:srgbClr val="F2EBDD"/>
                </a:solidFill>
              </a:defRPr>
            </a:lvl6pPr>
            <a:lvl7pPr>
              <a:defRPr sz="5700" b="1">
                <a:solidFill>
                  <a:srgbClr val="F2EBDD"/>
                </a:solidFill>
              </a:defRPr>
            </a:lvl7pPr>
            <a:lvl8pPr>
              <a:defRPr sz="5700" b="1">
                <a:solidFill>
                  <a:srgbClr val="F2EBDD"/>
                </a:solidFill>
              </a:defRPr>
            </a:lvl8pPr>
            <a:lvl9pPr>
              <a:defRPr sz="5700" b="1">
                <a:solidFill>
                  <a:srgbClr val="F2EBDD"/>
                </a:solidFill>
              </a:defRPr>
            </a:lvl9pPr>
          </a:lstStyle>
          <a:p>
            <a:pPr>
              <a:defRPr sz="5700" b="1">
                <a:solidFill>
                  <a:srgbClr val="F2EBDD"/>
                </a:solidFill>
              </a:defRPr>
            </a:pPr>
            <a:r>
              <a:rPr sz="5700" b="1">
                <a:solidFill>
                  <a:srgbClr val="F2EBDD"/>
                </a:solidFill>
              </a:rPr>
              <a:t>让人愿意，多逛一会</a:t>
            </a:r>
            <a:endParaRPr sz="5700" b="1">
              <a:solidFill>
                <a:srgbClr val="F2EBDD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5375" y="2190750"/>
            <a:ext cx="6858000" cy="42862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523875" y="2619375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75" b="0">
                <a:solidFill>
                  <a:srgbClr val="E7A45D"/>
                </a:solidFill>
              </a:defRPr>
            </a:defPPr>
            <a:lvl1pPr>
              <a:defRPr sz="3675" b="0">
                <a:solidFill>
                  <a:srgbClr val="E7A45D"/>
                </a:solidFill>
              </a:defRPr>
            </a:lvl1pPr>
            <a:lvl2pPr>
              <a:defRPr sz="3675" b="0">
                <a:solidFill>
                  <a:srgbClr val="E7A45D"/>
                </a:solidFill>
              </a:defRPr>
            </a:lvl2pPr>
            <a:lvl3pPr>
              <a:defRPr sz="3675" b="0">
                <a:solidFill>
                  <a:srgbClr val="E7A45D"/>
                </a:solidFill>
              </a:defRPr>
            </a:lvl3pPr>
            <a:lvl4pPr>
              <a:defRPr sz="3675" b="0">
                <a:solidFill>
                  <a:srgbClr val="E7A45D"/>
                </a:solidFill>
              </a:defRPr>
            </a:lvl4pPr>
            <a:lvl5pPr>
              <a:defRPr sz="3675" b="0">
                <a:solidFill>
                  <a:srgbClr val="E7A45D"/>
                </a:solidFill>
              </a:defRPr>
            </a:lvl5pPr>
            <a:lvl6pPr>
              <a:defRPr sz="3675" b="0">
                <a:solidFill>
                  <a:srgbClr val="E7A45D"/>
                </a:solidFill>
              </a:defRPr>
            </a:lvl6pPr>
            <a:lvl7pPr>
              <a:defRPr sz="3675" b="0">
                <a:solidFill>
                  <a:srgbClr val="E7A45D"/>
                </a:solidFill>
              </a:defRPr>
            </a:lvl7pPr>
            <a:lvl8pPr>
              <a:defRPr sz="3675" b="0">
                <a:solidFill>
                  <a:srgbClr val="E7A45D"/>
                </a:solidFill>
              </a:defRPr>
            </a:lvl8pPr>
            <a:lvl9pPr>
              <a:defRPr sz="3675" b="0">
                <a:solidFill>
                  <a:srgbClr val="E7A45D"/>
                </a:solidFill>
              </a:defRPr>
            </a:lvl9pPr>
          </a:lstStyle>
          <a:p>
            <a:pPr>
              <a:defRPr sz="3675" b="0">
                <a:solidFill>
                  <a:srgbClr val="E7A45D"/>
                </a:solidFill>
              </a:defRPr>
            </a:pPr>
            <a:r>
              <a:rPr sz="3675" b="0">
                <a:solidFill>
                  <a:srgbClr val="E7A45D"/>
                </a:solidFill>
              </a:rPr>
              <a:t>时间叙事</a:t>
            </a:r>
            <a:endParaRPr sz="3675" b="0">
              <a:solidFill>
                <a:srgbClr val="E7A45D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23875" y="3552825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75" b="0">
                <a:solidFill>
                  <a:srgbClr val="F2EBDD"/>
                </a:solidFill>
              </a:defRPr>
            </a:defPPr>
            <a:lvl1pPr>
              <a:defRPr sz="3675" b="0">
                <a:solidFill>
                  <a:srgbClr val="F2EBDD"/>
                </a:solidFill>
              </a:defRPr>
            </a:lvl1pPr>
            <a:lvl2pPr>
              <a:defRPr sz="3675" b="0">
                <a:solidFill>
                  <a:srgbClr val="F2EBDD"/>
                </a:solidFill>
              </a:defRPr>
            </a:lvl2pPr>
            <a:lvl3pPr>
              <a:defRPr sz="3675" b="0">
                <a:solidFill>
                  <a:srgbClr val="F2EBDD"/>
                </a:solidFill>
              </a:defRPr>
            </a:lvl3pPr>
            <a:lvl4pPr>
              <a:defRPr sz="3675" b="0">
                <a:solidFill>
                  <a:srgbClr val="F2EBDD"/>
                </a:solidFill>
              </a:defRPr>
            </a:lvl4pPr>
            <a:lvl5pPr>
              <a:defRPr sz="3675" b="0">
                <a:solidFill>
                  <a:srgbClr val="F2EBDD"/>
                </a:solidFill>
              </a:defRPr>
            </a:lvl5pPr>
            <a:lvl6pPr>
              <a:defRPr sz="3675" b="0">
                <a:solidFill>
                  <a:srgbClr val="F2EBDD"/>
                </a:solidFill>
              </a:defRPr>
            </a:lvl6pPr>
            <a:lvl7pPr>
              <a:defRPr sz="3675" b="0">
                <a:solidFill>
                  <a:srgbClr val="F2EBDD"/>
                </a:solidFill>
              </a:defRPr>
            </a:lvl7pPr>
            <a:lvl8pPr>
              <a:defRPr sz="3675" b="0">
                <a:solidFill>
                  <a:srgbClr val="F2EBDD"/>
                </a:solidFill>
              </a:defRPr>
            </a:lvl8pPr>
            <a:lvl9pPr>
              <a:defRPr sz="3675" b="0">
                <a:solidFill>
                  <a:srgbClr val="F2EBDD"/>
                </a:solidFill>
              </a:defRPr>
            </a:lvl9pPr>
          </a:lstStyle>
          <a:p>
            <a:pPr>
              <a:defRPr sz="3675" b="0">
                <a:solidFill>
                  <a:srgbClr val="F2EBDD"/>
                </a:solidFill>
              </a:defRPr>
            </a:pPr>
            <a:r>
              <a:rPr sz="3675" b="0">
                <a:solidFill>
                  <a:srgbClr val="F2EBDD"/>
                </a:solidFill>
              </a:rPr>
              <a:t>空间探索</a:t>
            </a:r>
            <a:endParaRPr sz="3675" b="0">
              <a:solidFill>
                <a:srgbClr val="F2EBDD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23875" y="4486275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75" b="0">
                <a:solidFill>
                  <a:srgbClr val="F2EBDD"/>
                </a:solidFill>
              </a:defRPr>
            </a:defPPr>
            <a:lvl1pPr>
              <a:defRPr sz="3675" b="0">
                <a:solidFill>
                  <a:srgbClr val="F2EBDD"/>
                </a:solidFill>
              </a:defRPr>
            </a:lvl1pPr>
            <a:lvl2pPr>
              <a:defRPr sz="3675" b="0">
                <a:solidFill>
                  <a:srgbClr val="F2EBDD"/>
                </a:solidFill>
              </a:defRPr>
            </a:lvl2pPr>
            <a:lvl3pPr>
              <a:defRPr sz="3675" b="0">
                <a:solidFill>
                  <a:srgbClr val="F2EBDD"/>
                </a:solidFill>
              </a:defRPr>
            </a:lvl3pPr>
            <a:lvl4pPr>
              <a:defRPr sz="3675" b="0">
                <a:solidFill>
                  <a:srgbClr val="F2EBDD"/>
                </a:solidFill>
              </a:defRPr>
            </a:lvl4pPr>
            <a:lvl5pPr>
              <a:defRPr sz="3675" b="0">
                <a:solidFill>
                  <a:srgbClr val="F2EBDD"/>
                </a:solidFill>
              </a:defRPr>
            </a:lvl5pPr>
            <a:lvl6pPr>
              <a:defRPr sz="3675" b="0">
                <a:solidFill>
                  <a:srgbClr val="F2EBDD"/>
                </a:solidFill>
              </a:defRPr>
            </a:lvl6pPr>
            <a:lvl7pPr>
              <a:defRPr sz="3675" b="0">
                <a:solidFill>
                  <a:srgbClr val="F2EBDD"/>
                </a:solidFill>
              </a:defRPr>
            </a:lvl7pPr>
            <a:lvl8pPr>
              <a:defRPr sz="3675" b="0">
                <a:solidFill>
                  <a:srgbClr val="F2EBDD"/>
                </a:solidFill>
              </a:defRPr>
            </a:lvl8pPr>
            <a:lvl9pPr>
              <a:defRPr sz="3675" b="0">
                <a:solidFill>
                  <a:srgbClr val="F2EBDD"/>
                </a:solidFill>
              </a:defRPr>
            </a:lvl9pPr>
          </a:lstStyle>
          <a:p>
            <a:pPr>
              <a:defRPr sz="3675" b="0">
                <a:solidFill>
                  <a:srgbClr val="F2EBDD"/>
                </a:solidFill>
              </a:defRPr>
            </a:pPr>
            <a:r>
              <a:rPr sz="3675" b="0">
                <a:solidFill>
                  <a:srgbClr val="F2EBDD"/>
                </a:solidFill>
              </a:rPr>
              <a:t>器物细看</a:t>
            </a:r>
            <a:endParaRPr sz="3675" b="0">
              <a:solidFill>
                <a:srgbClr val="F2EBDD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23875" y="5876925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D8C6A7"/>
                </a:solidFill>
              </a:defRPr>
            </a:defPPr>
            <a:lvl1pPr>
              <a:defRPr sz="1950" b="0">
                <a:solidFill>
                  <a:srgbClr val="D8C6A7"/>
                </a:solidFill>
              </a:defRPr>
            </a:lvl1pPr>
            <a:lvl2pPr>
              <a:defRPr sz="1950" b="0">
                <a:solidFill>
                  <a:srgbClr val="D8C6A7"/>
                </a:solidFill>
              </a:defRPr>
            </a:lvl2pPr>
            <a:lvl3pPr>
              <a:defRPr sz="1950" b="0">
                <a:solidFill>
                  <a:srgbClr val="D8C6A7"/>
                </a:solidFill>
              </a:defRPr>
            </a:lvl3pPr>
            <a:lvl4pPr>
              <a:defRPr sz="1950" b="0">
                <a:solidFill>
                  <a:srgbClr val="D8C6A7"/>
                </a:solidFill>
              </a:defRPr>
            </a:lvl4pPr>
            <a:lvl5pPr>
              <a:defRPr sz="1950" b="0">
                <a:solidFill>
                  <a:srgbClr val="D8C6A7"/>
                </a:solidFill>
              </a:defRPr>
            </a:lvl5pPr>
            <a:lvl6pPr>
              <a:defRPr sz="1950" b="0">
                <a:solidFill>
                  <a:srgbClr val="D8C6A7"/>
                </a:solidFill>
              </a:defRPr>
            </a:lvl6pPr>
            <a:lvl7pPr>
              <a:defRPr sz="1950" b="0">
                <a:solidFill>
                  <a:srgbClr val="D8C6A7"/>
                </a:solidFill>
              </a:defRPr>
            </a:lvl7pPr>
            <a:lvl8pPr>
              <a:defRPr sz="1950" b="0">
                <a:solidFill>
                  <a:srgbClr val="D8C6A7"/>
                </a:solidFill>
              </a:defRPr>
            </a:lvl8pPr>
            <a:lvl9pPr>
              <a:defRPr sz="1950" b="0">
                <a:solidFill>
                  <a:srgbClr val="D8C6A7"/>
                </a:solidFill>
              </a:defRPr>
            </a:lvl9pPr>
          </a:lstStyle>
          <a:p>
            <a:pPr>
              <a:defRPr sz="1950" b="0">
                <a:solidFill>
                  <a:srgbClr val="D8C6A7"/>
                </a:solidFill>
              </a:defRPr>
            </a:pPr>
            <a:r>
              <a:rPr sz="1950" b="0">
                <a:solidFill>
                  <a:srgbClr val="D8C6A7"/>
                </a:solidFill>
              </a:rPr>
              <a:t>网页原型   /   线上展陈与展会导览设想</a:t>
            </a:r>
            <a:endParaRPr sz="1950" b="0">
              <a:solidFill>
                <a:srgbClr val="D8C6A7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572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86F61"/>
                </a:solidFill>
              </a:defRPr>
            </a:defPPr>
            <a:lvl1pPr>
              <a:defRPr sz="1425" b="0">
                <a:solidFill>
                  <a:srgbClr val="786F61"/>
                </a:solidFill>
              </a:defRPr>
            </a:lvl1pPr>
            <a:lvl2pPr>
              <a:defRPr sz="1425" b="0">
                <a:solidFill>
                  <a:srgbClr val="786F61"/>
                </a:solidFill>
              </a:defRPr>
            </a:lvl2pPr>
            <a:lvl3pPr>
              <a:defRPr sz="1425" b="0">
                <a:solidFill>
                  <a:srgbClr val="786F61"/>
                </a:solidFill>
              </a:defRPr>
            </a:lvl3pPr>
            <a:lvl4pPr>
              <a:defRPr sz="1425" b="0">
                <a:solidFill>
                  <a:srgbClr val="786F61"/>
                </a:solidFill>
              </a:defRPr>
            </a:lvl4pPr>
            <a:lvl5pPr>
              <a:defRPr sz="1425" b="0">
                <a:solidFill>
                  <a:srgbClr val="786F61"/>
                </a:solidFill>
              </a:defRPr>
            </a:lvl5pPr>
            <a:lvl6pPr>
              <a:defRPr sz="1425" b="0">
                <a:solidFill>
                  <a:srgbClr val="786F61"/>
                </a:solidFill>
              </a:defRPr>
            </a:lvl6pPr>
            <a:lvl7pPr>
              <a:defRPr sz="1425" b="0">
                <a:solidFill>
                  <a:srgbClr val="786F61"/>
                </a:solidFill>
              </a:defRPr>
            </a:lvl7pPr>
            <a:lvl8pPr>
              <a:defRPr sz="1425" b="0">
                <a:solidFill>
                  <a:srgbClr val="786F61"/>
                </a:solidFill>
              </a:defRPr>
            </a:lvl8pPr>
            <a:lvl9pPr>
              <a:defRPr sz="1425" b="0">
                <a:solidFill>
                  <a:srgbClr val="786F61"/>
                </a:solidFill>
              </a:defRPr>
            </a:lvl9pPr>
          </a:lstStyle>
          <a:p>
            <a:pPr>
              <a:defRPr sz="1425" b="0">
                <a:solidFill>
                  <a:srgbClr val="786F61"/>
                </a:solidFill>
              </a:defRPr>
            </a:pPr>
            <a:r>
              <a:rPr sz="1425" b="0">
                <a:solidFill>
                  <a:srgbClr val="786F61"/>
                </a:solidFill>
              </a:rPr>
              <a:t>义犹未尽   /   义乌三时市集</a:t>
            </a:r>
            <a:endParaRPr sz="1425" b="0">
              <a:solidFill>
                <a:srgbClr val="786F6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63300" y="62960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786F61"/>
                </a:solidFill>
              </a:defRPr>
            </a:defPPr>
            <a:lvl1pPr>
              <a:defRPr sz="1350" b="0">
                <a:solidFill>
                  <a:srgbClr val="786F61"/>
                </a:solidFill>
              </a:defRPr>
            </a:lvl1pPr>
            <a:lvl2pPr>
              <a:defRPr sz="1350" b="0">
                <a:solidFill>
                  <a:srgbClr val="786F61"/>
                </a:solidFill>
              </a:defRPr>
            </a:lvl2pPr>
            <a:lvl3pPr>
              <a:defRPr sz="1350" b="0">
                <a:solidFill>
                  <a:srgbClr val="786F61"/>
                </a:solidFill>
              </a:defRPr>
            </a:lvl3pPr>
            <a:lvl4pPr>
              <a:defRPr sz="1350" b="0">
                <a:solidFill>
                  <a:srgbClr val="786F61"/>
                </a:solidFill>
              </a:defRPr>
            </a:lvl4pPr>
            <a:lvl5pPr>
              <a:defRPr sz="1350" b="0">
                <a:solidFill>
                  <a:srgbClr val="786F61"/>
                </a:solidFill>
              </a:defRPr>
            </a:lvl5pPr>
            <a:lvl6pPr>
              <a:defRPr sz="1350" b="0">
                <a:solidFill>
                  <a:srgbClr val="786F61"/>
                </a:solidFill>
              </a:defRPr>
            </a:lvl6pPr>
            <a:lvl7pPr>
              <a:defRPr sz="1350" b="0">
                <a:solidFill>
                  <a:srgbClr val="786F61"/>
                </a:solidFill>
              </a:defRPr>
            </a:lvl7pPr>
            <a:lvl8pPr>
              <a:defRPr sz="1350" b="0">
                <a:solidFill>
                  <a:srgbClr val="786F61"/>
                </a:solidFill>
              </a:defRPr>
            </a:lvl8pPr>
            <a:lvl9pPr>
              <a:defRPr sz="1350" b="0">
                <a:solidFill>
                  <a:srgbClr val="786F61"/>
                </a:solidFill>
              </a:defRPr>
            </a:lvl9pPr>
          </a:lstStyle>
          <a:p>
            <a:pPr>
              <a:defRPr sz="1350" b="0">
                <a:solidFill>
                  <a:srgbClr val="786F61"/>
                </a:solidFill>
              </a:defRPr>
            </a:pPr>
            <a:r>
              <a:rPr sz="1350" b="0">
                <a:solidFill>
                  <a:srgbClr val="786F61"/>
                </a:solidFill>
              </a:rPr>
              <a:t>15</a:t>
            </a:r>
            <a:endParaRPr sz="1350" b="0">
              <a:solidFill>
                <a:srgbClr val="786F6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1000125"/>
            <a:ext cx="9525000" cy="1333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000" b="1">
                <a:solidFill>
                  <a:srgbClr val="24231F"/>
                </a:solidFill>
              </a:defRPr>
            </a:defPPr>
            <a:lvl1pPr>
              <a:defRPr sz="9000" b="1">
                <a:solidFill>
                  <a:srgbClr val="24231F"/>
                </a:solidFill>
              </a:defRPr>
            </a:lvl1pPr>
            <a:lvl2pPr>
              <a:defRPr sz="9000" b="1">
                <a:solidFill>
                  <a:srgbClr val="24231F"/>
                </a:solidFill>
              </a:defRPr>
            </a:lvl2pPr>
            <a:lvl3pPr>
              <a:defRPr sz="9000" b="1">
                <a:solidFill>
                  <a:srgbClr val="24231F"/>
                </a:solidFill>
              </a:defRPr>
            </a:lvl3pPr>
            <a:lvl4pPr>
              <a:defRPr sz="9000" b="1">
                <a:solidFill>
                  <a:srgbClr val="24231F"/>
                </a:solidFill>
              </a:defRPr>
            </a:lvl4pPr>
            <a:lvl5pPr>
              <a:defRPr sz="9000" b="1">
                <a:solidFill>
                  <a:srgbClr val="24231F"/>
                </a:solidFill>
              </a:defRPr>
            </a:lvl5pPr>
            <a:lvl6pPr>
              <a:defRPr sz="9000" b="1">
                <a:solidFill>
                  <a:srgbClr val="24231F"/>
                </a:solidFill>
              </a:defRPr>
            </a:lvl6pPr>
            <a:lvl7pPr>
              <a:defRPr sz="9000" b="1">
                <a:solidFill>
                  <a:srgbClr val="24231F"/>
                </a:solidFill>
              </a:defRPr>
            </a:lvl7pPr>
            <a:lvl8pPr>
              <a:defRPr sz="9000" b="1">
                <a:solidFill>
                  <a:srgbClr val="24231F"/>
                </a:solidFill>
              </a:defRPr>
            </a:lvl8pPr>
            <a:lvl9pPr>
              <a:defRPr sz="9000" b="1">
                <a:solidFill>
                  <a:srgbClr val="24231F"/>
                </a:solidFill>
              </a:defRPr>
            </a:lvl9pPr>
          </a:lstStyle>
          <a:p>
            <a:pPr>
              <a:defRPr sz="9000" b="1">
                <a:solidFill>
                  <a:srgbClr val="24231F"/>
                </a:solidFill>
              </a:defRPr>
            </a:pPr>
            <a:r>
              <a:rPr sz="9000" b="1">
                <a:solidFill>
                  <a:srgbClr val="24231F"/>
                </a:solidFill>
              </a:rPr>
              <a:t>一日三市</a:t>
            </a:r>
            <a:endParaRPr sz="9000" b="1">
              <a:solidFill>
                <a:srgbClr val="24231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2457450"/>
            <a:ext cx="9525000" cy="1333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000" b="1">
                <a:solidFill>
                  <a:srgbClr val="AE3D2E"/>
                </a:solidFill>
              </a:defRPr>
            </a:defPPr>
            <a:lvl1pPr>
              <a:defRPr sz="9000" b="1">
                <a:solidFill>
                  <a:srgbClr val="AE3D2E"/>
                </a:solidFill>
              </a:defRPr>
            </a:lvl1pPr>
            <a:lvl2pPr>
              <a:defRPr sz="9000" b="1">
                <a:solidFill>
                  <a:srgbClr val="AE3D2E"/>
                </a:solidFill>
              </a:defRPr>
            </a:lvl2pPr>
            <a:lvl3pPr>
              <a:defRPr sz="9000" b="1">
                <a:solidFill>
                  <a:srgbClr val="AE3D2E"/>
                </a:solidFill>
              </a:defRPr>
            </a:lvl3pPr>
            <a:lvl4pPr>
              <a:defRPr sz="9000" b="1">
                <a:solidFill>
                  <a:srgbClr val="AE3D2E"/>
                </a:solidFill>
              </a:defRPr>
            </a:lvl4pPr>
            <a:lvl5pPr>
              <a:defRPr sz="9000" b="1">
                <a:solidFill>
                  <a:srgbClr val="AE3D2E"/>
                </a:solidFill>
              </a:defRPr>
            </a:lvl5pPr>
            <a:lvl6pPr>
              <a:defRPr sz="9000" b="1">
                <a:solidFill>
                  <a:srgbClr val="AE3D2E"/>
                </a:solidFill>
              </a:defRPr>
            </a:lvl6pPr>
            <a:lvl7pPr>
              <a:defRPr sz="9000" b="1">
                <a:solidFill>
                  <a:srgbClr val="AE3D2E"/>
                </a:solidFill>
              </a:defRPr>
            </a:lvl7pPr>
            <a:lvl8pPr>
              <a:defRPr sz="9000" b="1">
                <a:solidFill>
                  <a:srgbClr val="AE3D2E"/>
                </a:solidFill>
              </a:defRPr>
            </a:lvl8pPr>
            <a:lvl9pPr>
              <a:defRPr sz="9000" b="1">
                <a:solidFill>
                  <a:srgbClr val="AE3D2E"/>
                </a:solidFill>
              </a:defRPr>
            </a:lvl9pPr>
          </a:lstStyle>
          <a:p>
            <a:pPr>
              <a:defRPr sz="9000" b="1">
                <a:solidFill>
                  <a:srgbClr val="AE3D2E"/>
                </a:solidFill>
              </a:defRPr>
            </a:pPr>
            <a:r>
              <a:rPr sz="9000" b="1">
                <a:solidFill>
                  <a:srgbClr val="AE3D2E"/>
                </a:solidFill>
              </a:rPr>
              <a:t>义犹未尽</a:t>
            </a:r>
            <a:endParaRPr sz="9000" b="1">
              <a:solidFill>
                <a:srgbClr val="AE3D2E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9375" y="3162300"/>
            <a:ext cx="5334000" cy="3333750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542925" y="5457825"/>
            <a:ext cx="57150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0">
                <a:solidFill>
                  <a:srgbClr val="24231F"/>
                </a:solidFill>
              </a:defRPr>
            </a:defPPr>
            <a:lvl1pPr>
              <a:defRPr sz="3600" b="0">
                <a:solidFill>
                  <a:srgbClr val="24231F"/>
                </a:solidFill>
              </a:defRPr>
            </a:lvl1pPr>
            <a:lvl2pPr>
              <a:defRPr sz="3600" b="0">
                <a:solidFill>
                  <a:srgbClr val="24231F"/>
                </a:solidFill>
              </a:defRPr>
            </a:lvl2pPr>
            <a:lvl3pPr>
              <a:defRPr sz="3600" b="0">
                <a:solidFill>
                  <a:srgbClr val="24231F"/>
                </a:solidFill>
              </a:defRPr>
            </a:lvl3pPr>
            <a:lvl4pPr>
              <a:defRPr sz="3600" b="0">
                <a:solidFill>
                  <a:srgbClr val="24231F"/>
                </a:solidFill>
              </a:defRPr>
            </a:lvl4pPr>
            <a:lvl5pPr>
              <a:defRPr sz="3600" b="0">
                <a:solidFill>
                  <a:srgbClr val="24231F"/>
                </a:solidFill>
              </a:defRPr>
            </a:lvl5pPr>
            <a:lvl6pPr>
              <a:defRPr sz="3600" b="0">
                <a:solidFill>
                  <a:srgbClr val="24231F"/>
                </a:solidFill>
              </a:defRPr>
            </a:lvl6pPr>
            <a:lvl7pPr>
              <a:defRPr sz="3600" b="0">
                <a:solidFill>
                  <a:srgbClr val="24231F"/>
                </a:solidFill>
              </a:defRPr>
            </a:lvl7pPr>
            <a:lvl8pPr>
              <a:defRPr sz="3600" b="0">
                <a:solidFill>
                  <a:srgbClr val="24231F"/>
                </a:solidFill>
              </a:defRPr>
            </a:lvl8pPr>
            <a:lvl9pPr>
              <a:defRPr sz="3600" b="0">
                <a:solidFill>
                  <a:srgbClr val="24231F"/>
                </a:solidFill>
              </a:defRPr>
            </a:lvl9pPr>
          </a:lstStyle>
          <a:p>
            <a:pPr>
              <a:defRPr sz="3600" b="0">
                <a:solidFill>
                  <a:srgbClr val="24231F"/>
                </a:solidFill>
              </a:defRPr>
            </a:pPr>
            <a:r>
              <a:rPr sz="3600" b="0">
                <a:solidFill>
                  <a:srgbClr val="24231F"/>
                </a:solidFill>
              </a:rPr>
              <a:t>谢谢观看</a:t>
            </a:r>
            <a:endParaRPr sz="3600" b="0">
              <a:solidFill>
                <a:srgbClr val="24231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597</Words>
  <Application>WPS 文字</Application>
  <PresentationFormat>Converted Presentation</PresentationFormat>
  <Paragraphs>189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宋体</vt:lpstr>
      <vt:lpstr>Wingdings</vt:lpstr>
      <vt:lpstr>Aptos</vt:lpstr>
      <vt:lpstr>Helvetica Neue</vt:lpstr>
      <vt:lpstr>宋体</vt:lpstr>
      <vt:lpstr>汉仪书宋二KW</vt:lpstr>
      <vt:lpstr>微软雅黑</vt:lpstr>
      <vt:lpstr>Calibri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杨浙</cp:lastModifiedBy>
  <cp:revision>1</cp:revision>
  <dcterms:created xsi:type="dcterms:W3CDTF">2026-10-29T11:59:40Z</dcterms:created>
  <dcterms:modified xsi:type="dcterms:W3CDTF">2026-10-29T11:59:40Z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591C2B93941635512C35E36A2E6B90CC_43</vt:lpwstr>
  </property>
  <property fmtid="{D5CDD505-2E9C-101B-9397-08002B2CF9AE}" pid="3" name="KSOProductBuildVer">
    <vt:lpwstr>2052-12.1.26046.26046</vt:lpwstr>
  </property>
</Properties>
</file>