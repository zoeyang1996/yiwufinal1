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1e20a219aa4214" /><Relationship Type="http://schemas.openxmlformats.org/officeDocument/2006/relationships/extended-properties" Target="/docProps/app.xml" Id="R0dc4c7ffa151478d" /><Relationship Type="http://schemas.openxmlformats.org/officeDocument/2006/relationships/officeDocument" Target="/ppt/presentation.xml" Id="R8b95fe6e7e9449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5b571a5ab04373"/>
  </p:sldMasterIdLst>
  <p:notesMasterIdLst>
    <p:notesMasterId xmlns:r="http://schemas.openxmlformats.org/officeDocument/2006/relationships" r:id="Read7f59a3af34221"/>
  </p:notesMasterIdLst>
  <p:sldIdLst>
    <p:sldId xmlns:r="http://schemas.openxmlformats.org/officeDocument/2006/relationships" id="256" r:id="R6ac3ffe1c5534dee"/>
    <p:sldId xmlns:r="http://schemas.openxmlformats.org/officeDocument/2006/relationships" id="257" r:id="R073e24547af24d78"/>
    <p:sldId xmlns:r="http://schemas.openxmlformats.org/officeDocument/2006/relationships" id="258" r:id="R46cd1075692f443f"/>
    <p:sldId xmlns:r="http://schemas.openxmlformats.org/officeDocument/2006/relationships" id="259" r:id="Rd4b28c0a7c4e4784"/>
    <p:sldId xmlns:r="http://schemas.openxmlformats.org/officeDocument/2006/relationships" id="260" r:id="R803909a0828c4529"/>
    <p:sldId xmlns:r="http://schemas.openxmlformats.org/officeDocument/2006/relationships" id="261" r:id="Read0e3008c064836"/>
    <p:sldId xmlns:r="http://schemas.openxmlformats.org/officeDocument/2006/relationships" id="262" r:id="R7803b021df334b1d"/>
    <p:sldId xmlns:r="http://schemas.openxmlformats.org/officeDocument/2006/relationships" id="263" r:id="R8a0f7c3b64ef40de"/>
    <p:sldId xmlns:r="http://schemas.openxmlformats.org/officeDocument/2006/relationships" id="264" r:id="R0276710ec16a407f"/>
    <p:sldId xmlns:r="http://schemas.openxmlformats.org/officeDocument/2006/relationships" id="265" r:id="R0f978103acfb4605"/>
    <p:sldId xmlns:r="http://schemas.openxmlformats.org/officeDocument/2006/relationships" id="266" r:id="R5c6a3c2804944624"/>
    <p:sldId xmlns:r="http://schemas.openxmlformats.org/officeDocument/2006/relationships" id="267" r:id="Rcbc88b31e5f94f70"/>
    <p:sldId xmlns:r="http://schemas.openxmlformats.org/officeDocument/2006/relationships" id="268" r:id="R15fad5a37cae4f78"/>
    <p:sldId xmlns:r="http://schemas.openxmlformats.org/officeDocument/2006/relationships" id="269" r:id="Rebc50d7ac63e42f3"/>
    <p:sldId xmlns:r="http://schemas.openxmlformats.org/officeDocument/2006/relationships" id="270" r:id="R7b83da6a799b49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d443f3c4e3486a" /><Relationship Type="http://schemas.openxmlformats.org/officeDocument/2006/relationships/slideMaster" Target="/ppt/slideMasters/slideMaster1.xml" Id="Rb25b571a5ab04373" /><Relationship Type="http://schemas.openxmlformats.org/officeDocument/2006/relationships/notesMaster" Target="/ppt/notesMasters/notesMaster1.xml" Id="Read7f59a3af34221" /><Relationship Type="http://schemas.openxmlformats.org/officeDocument/2006/relationships/presProps" Target="/ppt/presProps.xml" Id="R14c44abc39cd4271" /><Relationship Type="http://schemas.openxmlformats.org/officeDocument/2006/relationships/tableStyles" Target="/ppt/tableStyles.xml" Id="R7c4bd5e6bc5d4600" /><Relationship Type="http://schemas.openxmlformats.org/officeDocument/2006/relationships/slide" Target="/ppt/slides/slide1.xml" Id="R6ac3ffe1c5534dee" /><Relationship Type="http://schemas.openxmlformats.org/officeDocument/2006/relationships/slide" Target="/ppt/slides/slide2.xml" Id="R073e24547af24d78" /><Relationship Type="http://schemas.openxmlformats.org/officeDocument/2006/relationships/slide" Target="/ppt/slides/slide3.xml" Id="R46cd1075692f443f" /><Relationship Type="http://schemas.openxmlformats.org/officeDocument/2006/relationships/slide" Target="/ppt/slides/slide4.xml" Id="Rd4b28c0a7c4e4784" /><Relationship Type="http://schemas.openxmlformats.org/officeDocument/2006/relationships/slide" Target="/ppt/slides/slide5.xml" Id="R803909a0828c4529" /><Relationship Type="http://schemas.openxmlformats.org/officeDocument/2006/relationships/slide" Target="/ppt/slides/slide6.xml" Id="Read0e3008c064836" /><Relationship Type="http://schemas.openxmlformats.org/officeDocument/2006/relationships/slide" Target="/ppt/slides/slide7.xml" Id="R7803b021df334b1d" /><Relationship Type="http://schemas.openxmlformats.org/officeDocument/2006/relationships/slide" Target="/ppt/slides/slide8.xml" Id="R8a0f7c3b64ef40de" /><Relationship Type="http://schemas.openxmlformats.org/officeDocument/2006/relationships/slide" Target="/ppt/slides/slide9.xml" Id="R0276710ec16a407f" /><Relationship Type="http://schemas.openxmlformats.org/officeDocument/2006/relationships/slide" Target="/ppt/slides/slide10.xml" Id="R0f978103acfb4605" /><Relationship Type="http://schemas.openxmlformats.org/officeDocument/2006/relationships/slide" Target="/ppt/slides/slide11.xml" Id="R5c6a3c2804944624" /><Relationship Type="http://schemas.openxmlformats.org/officeDocument/2006/relationships/slide" Target="/ppt/slides/slide12.xml" Id="Rcbc88b31e5f94f70" /><Relationship Type="http://schemas.openxmlformats.org/officeDocument/2006/relationships/slide" Target="/ppt/slides/slide13.xml" Id="R15fad5a37cae4f78" /><Relationship Type="http://schemas.openxmlformats.org/officeDocument/2006/relationships/slide" Target="/ppt/slides/slide14.xml" Id="Rebc50d7ac63e42f3" /><Relationship Type="http://schemas.openxmlformats.org/officeDocument/2006/relationships/slide" Target="/ppt/slides/slide15.xml" Id="R7b83da6a799b49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12ddc7d4ae4f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991f65badf4f6d" /><Relationship Type="http://schemas.openxmlformats.org/officeDocument/2006/relationships/notesMaster" Target="/ppt/notesMasters/notesMaster1.xml" Id="Rc57f26b3096f4e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9c51bedc414937" /><Relationship Type="http://schemas.openxmlformats.org/officeDocument/2006/relationships/notesMaster" Target="/ppt/notesMasters/notesMaster1.xml" Id="R5e2bc0298f154c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4c578a64774793" /><Relationship Type="http://schemas.openxmlformats.org/officeDocument/2006/relationships/notesMaster" Target="/ppt/notesMasters/notesMaster1.xml" Id="R9766a1dbc6154b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95659ee0004014" /><Relationship Type="http://schemas.openxmlformats.org/officeDocument/2006/relationships/notesMaster" Target="/ppt/notesMasters/notesMaster1.xml" Id="Rf20352ecf3984e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e2a292382e49b0" /><Relationship Type="http://schemas.openxmlformats.org/officeDocument/2006/relationships/notesMaster" Target="/ppt/notesMasters/notesMaster1.xml" Id="Rdd7bfcd6bac847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2b7908007c48cb" /><Relationship Type="http://schemas.openxmlformats.org/officeDocument/2006/relationships/notesMaster" Target="/ppt/notesMasters/notesMaster1.xml" Id="Ra76c94f5e0d04d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fd14b3d7aa4a2e" /><Relationship Type="http://schemas.openxmlformats.org/officeDocument/2006/relationships/notesMaster" Target="/ppt/notesMasters/notesMaster1.xml" Id="R42f7e73a5c5f42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8c8cee92d44100" /><Relationship Type="http://schemas.openxmlformats.org/officeDocument/2006/relationships/notesMaster" Target="/ppt/notesMasters/notesMaster1.xml" Id="R86e23598bca749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8f0328cb20472e" /><Relationship Type="http://schemas.openxmlformats.org/officeDocument/2006/relationships/notesMaster" Target="/ppt/notesMasters/notesMaster1.xml" Id="R3ec3344d78284b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fc4535a3704e2b" /><Relationship Type="http://schemas.openxmlformats.org/officeDocument/2006/relationships/notesMaster" Target="/ppt/notesMasters/notesMaster1.xml" Id="R9c1a01c590fa45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c95f60da9d49a4" /><Relationship Type="http://schemas.openxmlformats.org/officeDocument/2006/relationships/notesMaster" Target="/ppt/notesMasters/notesMaster1.xml" Id="Rf91a97452e6745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dadbf1431143e8" /><Relationship Type="http://schemas.openxmlformats.org/officeDocument/2006/relationships/notesMaster" Target="/ppt/notesMasters/notesMaster1.xml" Id="R7f93a6621bf542d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26a091fb1d406e" /><Relationship Type="http://schemas.openxmlformats.org/officeDocument/2006/relationships/notesMaster" Target="/ppt/notesMasters/notesMaster1.xml" Id="Rc9a19902e2e740a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cb0b96333674616" /><Relationship Type="http://schemas.openxmlformats.org/officeDocument/2006/relationships/notesMaster" Target="/ppt/notesMasters/notesMaster1.xml" Id="R05cda00f74b4424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cb8bd19f69442bc" /><Relationship Type="http://schemas.openxmlformats.org/officeDocument/2006/relationships/notesMaster" Target="/ppt/notesMasters/notesMaster1.xml" Id="R46566c43f3b845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开场：作品以一天中的三个时段组织义乌小商品的虚拟展陈。演示稿为视觉初稿，团队姓名与院校待最终确认后加入。</a:t>
            </a:r>
          </a:p>
          <a:p xmlns:a="http://schemas.openxmlformats.org/drawingml/2006/main">
            <a:r>
              <a:t>依据：本项目 index.html、设计框架.md、js/data/phases.js、js/data/products.js、assets/markets/README.md。图片来自网页实际三维资产或网页截图。设计解读不代表已完成用户调研或商业落地。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本页概览内容规模。数值来自当前项目配置，展示了时间、空间与商品的组织方式。</a:t>
            </a:r>
          </a:p>
          <a:p xmlns:a="http://schemas.openxmlformats.org/drawingml/2006/main">
            <a:r>
              <a:t>依据：本项目 index.html、设计框架.md、js/data/phases.js、js/data/products.js、assets/markets/README.md。图片来自网页实际三维资产或网页截图。设计解读不代表已完成用户调研或商业落地。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命题理解：用街巷、摊位和人物回应给商品建立展示语境。强调义乌小商品主题，避免把通用古风直接当成地方文化考据。</a:t>
            </a:r>
          </a:p>
          <a:p xmlns:a="http://schemas.openxmlformats.org/drawingml/2006/main">
            <a:r>
              <a:t>依据：本项目 index.html、设计框架.md、js/data/phases.js、js/data/products.js、assets/markets/README.md。图片来自网页实际三维资产或网页截图。设计解读不代表已完成用户调研或商业落地。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这里呈现对现有资产的设计解读：屋檐、布幌、摊位和器物构成市井视觉线索。没有将未提供的参考图作为真实调研证据。</a:t>
            </a:r>
          </a:p>
          <a:p xmlns:a="http://schemas.openxmlformats.org/drawingml/2006/main">
            <a:r>
              <a:t>依据：本项目 index.html、设计框架.md、js/data/phases.js、js/data/products.js、assets/markets/README.md。图片来自网页实际三维资产或网页截图。设计解读不代表已完成用户调研或商业落地。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时间叙事组织场景与展品。早市对应茶水、木铃、早餐；午市对应扇子、杂货、香囊；夜市对应古董、花灯、酿酒。</a:t>
            </a:r>
          </a:p>
          <a:p xmlns:a="http://schemas.openxmlformats.org/drawingml/2006/main">
            <a:r>
              <a:t>依据：本项目 index.html、设计框架.md、js/data/phases.js、js/data/products.js、assets/markets/README.md。图片来自网页实际三维资产或网页截图。设计解读不代表已完成用户调研或商业落地。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用三个空间尺度讲述参观过程：从总览选择时段，进入街巷操控角色，在摊位停留并观察商品。本页为实际漫游截图，不代替精确平面动线图。</a:t>
            </a:r>
          </a:p>
          <a:p xmlns:a="http://schemas.openxmlformats.org/drawingml/2006/main">
            <a:r>
              <a:t>依据：本项目 index.html、设计框架.md、js/data/phases.js、js/data/products.js、assets/markets/README.md。图片来自网页实际三维资产或网页截图。设计解读不代表已完成用户调研或商业落地。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夜市通过偏冷环境色与暖色灯火形成氛围差异。讲述时结合网页实际效果说明亮点与展品的关系，不把概念图当成照度验证。</a:t>
            </a:r>
          </a:p>
          <a:p xmlns:a="http://schemas.openxmlformats.org/drawingml/2006/main">
            <a:r>
              <a:t>依据：本项目 index.html、设计框架.md、js/data/phases.js、js/data/products.js、assets/markets/README.md。图片来自网页实际三维资产或网页截图。设计解读不代表已完成用户调研或商业落地。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选取三件现有商品展示器物造型与展陈联系。商品素材自制、改造或引用的具体归属需要团队核实后补充，不在此声称全部原创。</a:t>
            </a:r>
          </a:p>
          <a:p xmlns:a="http://schemas.openxmlformats.org/drawingml/2006/main">
            <a:r>
              <a:t>依据：本项目 index.html、设计框架.md、js/data/phases.js、js/data/products.js、assets/markets/README.md。图片来自网页实际三维资产或网页截图。设计解读不代表已完成用户调研或商业落地。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交互层级是市集总览、角色漫游、摊位近景、商品预览。角色、镜头和商品栏共同支持空间探索。现场可结合录屏演示一次完整进入和退出。</a:t>
            </a:r>
          </a:p>
          <a:p xmlns:a="http://schemas.openxmlformats.org/drawingml/2006/main">
            <a:r>
              <a:t>依据：本项目 index.html、设计框架.md、js/data/phases.js、js/data/products.js、assets/markets/README.md。图片来自网页实际三维资产或网页截图。设计解读不代表已完成用户调研或商业落地。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商品预览支持旋转、缩放与详情查看。购物车是演示功能，不包含真实支付。三维渲染图直接来自项目已有商品资产。</a:t>
            </a:r>
          </a:p>
          <a:p xmlns:a="http://schemas.openxmlformats.org/drawingml/2006/main">
            <a:r>
              <a:t>依据：本项目 index.html、设计框架.md、js/data/phases.js、js/data/products.js、assets/markets/README.md。图片来自网页实际三维资产或网页截图。设计解读不代表已完成用户调研或商业落地。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字体与颜色延续网页：纸色底、墨色文字、朱红强调。界面保留必要操作，让三维场景成为视觉中心。此稿保留可编辑标题与标签。</a:t>
            </a:r>
          </a:p>
          <a:p xmlns:a="http://schemas.openxmlformats.org/drawingml/2006/main">
            <a:r>
              <a:t>依据：本项目 index.html、设计框架.md、js/data/phases.js、js/data/products.js、assets/markets/README.md。图片来自网页实际三维资产或网页截图。设计解读不代表已完成用户调研或商业落地。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根据已有设计框架与资产结构整理制作环节：场景规划、Blender模型资产、材质灯光、Three.js交互。这里没有伪造白模阶段截图或迭代记录。后续可用真实过程记录替换右侧成品图。</a:t>
            </a:r>
          </a:p>
          <a:p xmlns:a="http://schemas.openxmlformats.org/drawingml/2006/main">
            <a:r>
              <a:t>依据：本项目 index.html、设计框架.md、js/data/phases.js、js/data/products.js、assets/markets/README.md。图片来自网页实际三维资产或网页截图。设计解读不代表已完成用户调研或商业落地。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素材结构包含市集、摊位、NPC、商品、贴图与商品预览图。来源依据 assets 和资产包目录。提交前须补齐原作者、授权和自制范围清单。</a:t>
            </a:r>
          </a:p>
          <a:p xmlns:a="http://schemas.openxmlformats.org/drawingml/2006/main">
            <a:r>
              <a:t>依据：本项目 index.html、设计框架.md、js/data/phases.js、js/data/products.js、assets/markets/README.md。图片来自网页实际三维资产或网页截图。设计解读不代表已完成用户调研或商业落地。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目前是可访问的网页原型。线上专题展、展会触摸屏导览为应用设想，仍需设备适配、内容授权与运行验证，不声称已经部署到真实展会。</a:t>
            </a:r>
          </a:p>
          <a:p xmlns:a="http://schemas.openxmlformats.org/drawingml/2006/main">
            <a:r>
              <a:t>依据：本项目 index.html、设计框架.md、js/data/phases.js、js/data/products.js、assets/markets/README.md。图片来自网页实际三维资产或网页截图。设计解读不代表已完成用户调研或商业落地。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结束页。可在答辩时返回空间、商品和制作素材页面回应问题。</a:t>
            </a:r>
          </a:p>
          <a:p xmlns:a="http://schemas.openxmlformats.org/drawingml/2006/main">
            <a:r>
              <a:t>依据：本项目 index.html、设计框架.md、js/data/phases.js、js/data/products.js、assets/markets/README.md。图片来自网页实际三维资产或网页截图。设计解读不代表已完成用户调研或商业落地。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2621d919a8446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67855a455648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f894ca16c6458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5b76d22bbb4f3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1fabe19bc34b3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6a9f39426b44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E6B1EF-2F1D-4CE6-99DA-975BCCA76C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2CAA9A7-4E83-4434-97DD-92485A9876D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B3F26A8-C17F-4B1D-8956-B3D93C0CE5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F813E0-B32C-4854-9963-E8A0176AB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7D9134B-D604-43B1-9189-470DC8F5CA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A3F7D91-A2BB-4E4D-9F0D-56B9B5A0A3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1E4141-5A3D-45C2-AA14-81B33B01FF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3E247A8-D1A2-4CD0-B7E0-80F485142F1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B87660-2B12-4B12-BD8A-D4D3FB5D3C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6B2A13-E831-471B-BCDD-66A582025E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8c278cdb92440c" /><Relationship Type="http://schemas.openxmlformats.org/officeDocument/2006/relationships/slideLayout" Target="/ppt/slideLayouts/slideLayout1.xml" Id="R78a04153efd543e3" /><Relationship Type="http://schemas.openxmlformats.org/officeDocument/2006/relationships/slideLayout" Target="/ppt/slideLayouts/slideLayout2.xml" Id="R8bcbf3b05de6490d" /><Relationship Type="http://schemas.openxmlformats.org/officeDocument/2006/relationships/slideLayout" Target="/ppt/slideLayouts/slideLayout3.xml" Id="Rd427db5f9b284ff7" /><Relationship Type="http://schemas.openxmlformats.org/officeDocument/2006/relationships/slideLayout" Target="/ppt/slideLayouts/slideLayout4.xml" Id="R2b2fc5ac020c48b1" /><Relationship Type="http://schemas.openxmlformats.org/officeDocument/2006/relationships/slideLayout" Target="/ppt/slideLayouts/slideLayout5.xml" Id="R311f6e07c8bc4d64" /><Relationship Type="http://schemas.openxmlformats.org/officeDocument/2006/relationships/slideLayout" Target="/ppt/slideLayouts/slideLayout6.xml" Id="R916c3ae209a94f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a04153efd543e3"/>
    <p:sldLayoutId xmlns:r="http://schemas.openxmlformats.org/officeDocument/2006/relationships" id="2147483650" r:id="R8bcbf3b05de6490d"/>
    <p:sldLayoutId xmlns:r="http://schemas.openxmlformats.org/officeDocument/2006/relationships" id="2147483651" r:id="Rd427db5f9b284ff7"/>
    <p:sldLayoutId xmlns:r="http://schemas.openxmlformats.org/officeDocument/2006/relationships" id="2147483652" r:id="R2b2fc5ac020c48b1"/>
    <p:sldLayoutId xmlns:r="http://schemas.openxmlformats.org/officeDocument/2006/relationships" id="2147483653" r:id="R311f6e07c8bc4d64"/>
    <p:sldLayoutId xmlns:r="http://schemas.openxmlformats.org/officeDocument/2006/relationships" id="2147483654" r:id="R916c3ae209a94f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031bb6759d4a88" /><Relationship Type="http://schemas.openxmlformats.org/officeDocument/2006/relationships/image" Target="/ppt/media/image.png" Id="Rf67bf88f34664b9d" /><Relationship Type="http://schemas.openxmlformats.org/officeDocument/2006/relationships/notesSlide" Target="/ppt/notesSlides/notesSlide1.xml" Id="Rbe0b0c07030a4b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8d2651c9c844dd" /><Relationship Type="http://schemas.openxmlformats.org/officeDocument/2006/relationships/image" Target="/ppt/media/image2.png" Id="R6efee7d2e71a4fd4" /><Relationship Type="http://schemas.openxmlformats.org/officeDocument/2006/relationships/image" Target="/ppt/media/image3.png" Id="R399534b2047447c9" /><Relationship Type="http://schemas.openxmlformats.org/officeDocument/2006/relationships/image" Target="/ppt/media/image4.png" Id="R6a0aef0c635d4232" /><Relationship Type="http://schemas.openxmlformats.org/officeDocument/2006/relationships/notesSlide" Target="/ppt/notesSlides/notesSlide2.xml" Id="R2741e2191a764c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dc971e39214d87" /><Relationship Type="http://schemas.openxmlformats.org/officeDocument/2006/relationships/image" Target="/ppt/media/image5.png" Id="R77e9bfd941804bcc" /><Relationship Type="http://schemas.openxmlformats.org/officeDocument/2006/relationships/notesSlide" Target="/ppt/notesSlides/notesSlide3.xml" Id="R73963ce569a44a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d7035d19db4236" /><Relationship Type="http://schemas.openxmlformats.org/officeDocument/2006/relationships/image" Target="/ppt/media/image6.png" Id="R7e8787d7490947e5" /><Relationship Type="http://schemas.openxmlformats.org/officeDocument/2006/relationships/notesSlide" Target="/ppt/notesSlides/notesSlide4.xml" Id="R32e77261daf64c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43f41168e84525" /><Relationship Type="http://schemas.openxmlformats.org/officeDocument/2006/relationships/image" Target="/ppt/media/image7.png" Id="R227667eddfe04717" /><Relationship Type="http://schemas.openxmlformats.org/officeDocument/2006/relationships/image" Target="/ppt/media/image8.png" Id="R7d46b0f8d5b6435d" /><Relationship Type="http://schemas.openxmlformats.org/officeDocument/2006/relationships/image" Target="/ppt/media/image9.png" Id="Ra336fa7b59194bb6" /><Relationship Type="http://schemas.openxmlformats.org/officeDocument/2006/relationships/notesSlide" Target="/ppt/notesSlides/notesSlide5.xml" Id="R85eb130bf05f45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2549f86be84a34" /><Relationship Type="http://schemas.openxmlformats.org/officeDocument/2006/relationships/image" Target="/ppt/media/image10.png" Id="R7b7308f2865f4888" /><Relationship Type="http://schemas.openxmlformats.org/officeDocument/2006/relationships/notesSlide" Target="/ppt/notesSlides/notesSlide6.xml" Id="R5d368ed38b264c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b93fb9c6834f3a" /><Relationship Type="http://schemas.openxmlformats.org/officeDocument/2006/relationships/image" Target="/ppt/media/image11.png" Id="R2df4355c58984979" /><Relationship Type="http://schemas.openxmlformats.org/officeDocument/2006/relationships/notesSlide" Target="/ppt/notesSlides/notesSlide7.xml" Id="Rd3b3e10a783449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a72f77bbc546da" /><Relationship Type="http://schemas.openxmlformats.org/officeDocument/2006/relationships/image" Target="/ppt/media/image12.png" Id="Rc76256d60c674a25" /><Relationship Type="http://schemas.openxmlformats.org/officeDocument/2006/relationships/image" Target="/ppt/media/image13.png" Id="Rf1e85f6a0e734cc3" /><Relationship Type="http://schemas.openxmlformats.org/officeDocument/2006/relationships/image" Target="/ppt/media/image14.png" Id="Rc30311282af8460e" /><Relationship Type="http://schemas.openxmlformats.org/officeDocument/2006/relationships/notesSlide" Target="/ppt/notesSlides/notesSlide8.xml" Id="Rcf9e075c0cf441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6ad0dcd55e42d6" /><Relationship Type="http://schemas.openxmlformats.org/officeDocument/2006/relationships/image" Target="/ppt/media/image15.png" Id="R9ea02a6512c444bc" /><Relationship Type="http://schemas.openxmlformats.org/officeDocument/2006/relationships/notesSlide" Target="/ppt/notesSlides/notesSlide9.xml" Id="R71af5531ac874c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61efb42aba4728" /><Relationship Type="http://schemas.openxmlformats.org/officeDocument/2006/relationships/image" Target="/ppt/media/image16.png" Id="R070d2ba7ff534566" /><Relationship Type="http://schemas.openxmlformats.org/officeDocument/2006/relationships/notesSlide" Target="/ppt/notesSlides/notesSlide10.xml" Id="Rface9f3119284bd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46a85731384ceb" /><Relationship Type="http://schemas.openxmlformats.org/officeDocument/2006/relationships/image" Target="/ppt/media/image17.png" Id="Ref96b32638ec4140" /><Relationship Type="http://schemas.openxmlformats.org/officeDocument/2006/relationships/notesSlide" Target="/ppt/notesSlides/notesSlide11.xml" Id="Rd0e2e2266afc47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d9601577e2406b" /><Relationship Type="http://schemas.openxmlformats.org/officeDocument/2006/relationships/image" Target="/ppt/media/image18.png" Id="R79e205d0bb274393" /><Relationship Type="http://schemas.openxmlformats.org/officeDocument/2006/relationships/notesSlide" Target="/ppt/notesSlides/notesSlide12.xml" Id="Re6e223ac44544fc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c840584be642da" /><Relationship Type="http://schemas.openxmlformats.org/officeDocument/2006/relationships/image" Target="/ppt/media/image19.png" Id="R92112db45daa4cb1" /><Relationship Type="http://schemas.openxmlformats.org/officeDocument/2006/relationships/image" Target="/ppt/media/image20.png" Id="Ra035dcc4c58646eb" /><Relationship Type="http://schemas.openxmlformats.org/officeDocument/2006/relationships/image" Target="/ppt/media/image21.png" Id="R1bcf332962874589" /><Relationship Type="http://schemas.openxmlformats.org/officeDocument/2006/relationships/notesSlide" Target="/ppt/notesSlides/notesSlide13.xml" Id="Rde7dee3d0e9c4f1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3d2725389546e7" /><Relationship Type="http://schemas.openxmlformats.org/officeDocument/2006/relationships/image" Target="/ppt/media/image22.png" Id="R8f2685808c804a0c" /><Relationship Type="http://schemas.openxmlformats.org/officeDocument/2006/relationships/notesSlide" Target="/ppt/notesSlides/notesSlide14.xml" Id="R467bced3e8534a1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f010239c4e4ca9" /><Relationship Type="http://schemas.openxmlformats.org/officeDocument/2006/relationships/image" Target="/ppt/media/image23.png" Id="R3f90b547c79f4aef" /><Relationship Type="http://schemas.openxmlformats.org/officeDocument/2006/relationships/notesSlide" Target="/ppt/notesSlides/notesSlide15.xml" Id="Rbcb0c61b1e4548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0E0B8-659E-4823-BF7E-11D857A1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86F61"/>
                </a:solidFill>
              </a:defRPr>
            </a:defPPr>
            <a:lvl1pPr>
              <a:defRPr sz="1425" b="0">
                <a:solidFill>
                  <a:srgbClr val="786F61"/>
                </a:solidFill>
              </a:defRPr>
            </a:lvl1pPr>
            <a:lvl2pPr>
              <a:defRPr sz="1425" b="0">
                <a:solidFill>
                  <a:srgbClr val="786F61"/>
                </a:solidFill>
              </a:defRPr>
            </a:lvl2pPr>
            <a:lvl3pPr>
              <a:defRPr sz="1425" b="0">
                <a:solidFill>
                  <a:srgbClr val="786F61"/>
                </a:solidFill>
              </a:defRPr>
            </a:lvl3pPr>
            <a:lvl4pPr>
              <a:defRPr sz="1425" b="0">
                <a:solidFill>
                  <a:srgbClr val="786F61"/>
                </a:solidFill>
              </a:defRPr>
            </a:lvl4pPr>
            <a:lvl5pPr>
              <a:defRPr sz="1425" b="0">
                <a:solidFill>
                  <a:srgbClr val="786F61"/>
                </a:solidFill>
              </a:defRPr>
            </a:lvl5pPr>
            <a:lvl6pPr>
              <a:defRPr sz="1425" b="0">
                <a:solidFill>
                  <a:srgbClr val="786F61"/>
                </a:solidFill>
              </a:defRPr>
            </a:lvl6pPr>
            <a:lvl7pPr>
              <a:defRPr sz="1425" b="0">
                <a:solidFill>
                  <a:srgbClr val="786F61"/>
                </a:solidFill>
              </a:defRPr>
            </a:lvl7pPr>
            <a:lvl8pPr>
              <a:defRPr sz="1425" b="0">
                <a:solidFill>
                  <a:srgbClr val="786F61"/>
                </a:solidFill>
              </a:defRPr>
            </a:lvl8pPr>
            <a:lvl9pPr>
              <a:defRPr sz="1425" b="0">
                <a:solidFill>
                  <a:srgbClr val="786F61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86F61"/>
                </a:solidFill>
              </a:defRPr>
            </a:pPr>
            <a:r>
              <a:rPr sz="1425" b="0">
                <a:solidFill>
                  <a:srgbClr val="786F61"/>
                </a:solidFill>
              </a:rPr>
              <a:t>浙江省数智创意竞赛   /   文创产品设计·展陈设计组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531E6-852C-4093-9DA4-ED5316D5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960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86F61"/>
                </a:solidFill>
              </a:defRPr>
            </a:defPPr>
            <a:lvl1pPr>
              <a:defRPr sz="1350" b="0">
                <a:solidFill>
                  <a:srgbClr val="786F61"/>
                </a:solidFill>
              </a:defRPr>
            </a:lvl1pPr>
            <a:lvl2pPr>
              <a:defRPr sz="1350" b="0">
                <a:solidFill>
                  <a:srgbClr val="786F61"/>
                </a:solidFill>
              </a:defRPr>
            </a:lvl2pPr>
            <a:lvl3pPr>
              <a:defRPr sz="1350" b="0">
                <a:solidFill>
                  <a:srgbClr val="786F61"/>
                </a:solidFill>
              </a:defRPr>
            </a:lvl3pPr>
            <a:lvl4pPr>
              <a:defRPr sz="1350" b="0">
                <a:solidFill>
                  <a:srgbClr val="786F61"/>
                </a:solidFill>
              </a:defRPr>
            </a:lvl4pPr>
            <a:lvl5pPr>
              <a:defRPr sz="1350" b="0">
                <a:solidFill>
                  <a:srgbClr val="786F61"/>
                </a:solidFill>
              </a:defRPr>
            </a:lvl5pPr>
            <a:lvl6pPr>
              <a:defRPr sz="1350" b="0">
                <a:solidFill>
                  <a:srgbClr val="786F61"/>
                </a:solidFill>
              </a:defRPr>
            </a:lvl6pPr>
            <a:lvl7pPr>
              <a:defRPr sz="1350" b="0">
                <a:solidFill>
                  <a:srgbClr val="786F61"/>
                </a:solidFill>
              </a:defRPr>
            </a:lvl7pPr>
            <a:lvl8pPr>
              <a:defRPr sz="1350" b="0">
                <a:solidFill>
                  <a:srgbClr val="786F61"/>
                </a:solidFill>
              </a:defRPr>
            </a:lvl8pPr>
            <a:lvl9pPr>
              <a:defRPr sz="1350" b="0">
                <a:solidFill>
                  <a:srgbClr val="786F6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86F61"/>
                </a:solidFill>
              </a:defRPr>
            </a:pPr>
            <a:r>
              <a:rPr sz="1350" b="0">
                <a:solidFill>
                  <a:srgbClr val="786F61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60EEB-0BAD-4D7E-BF61-91A4E20D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47750"/>
            <a:ext cx="7524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350" b="1">
                <a:solidFill>
                  <a:srgbClr val="24231F"/>
                </a:solidFill>
              </a:defRPr>
            </a:defPPr>
            <a:lvl1pPr>
              <a:defRPr sz="10350" b="1">
                <a:solidFill>
                  <a:srgbClr val="24231F"/>
                </a:solidFill>
              </a:defRPr>
            </a:lvl1pPr>
            <a:lvl2pPr>
              <a:defRPr sz="10350" b="1">
                <a:solidFill>
                  <a:srgbClr val="24231F"/>
                </a:solidFill>
              </a:defRPr>
            </a:lvl2pPr>
            <a:lvl3pPr>
              <a:defRPr sz="10350" b="1">
                <a:solidFill>
                  <a:srgbClr val="24231F"/>
                </a:solidFill>
              </a:defRPr>
            </a:lvl3pPr>
            <a:lvl4pPr>
              <a:defRPr sz="10350" b="1">
                <a:solidFill>
                  <a:srgbClr val="24231F"/>
                </a:solidFill>
              </a:defRPr>
            </a:lvl4pPr>
            <a:lvl5pPr>
              <a:defRPr sz="10350" b="1">
                <a:solidFill>
                  <a:srgbClr val="24231F"/>
                </a:solidFill>
              </a:defRPr>
            </a:lvl5pPr>
            <a:lvl6pPr>
              <a:defRPr sz="10350" b="1">
                <a:solidFill>
                  <a:srgbClr val="24231F"/>
                </a:solidFill>
              </a:defRPr>
            </a:lvl6pPr>
            <a:lvl7pPr>
              <a:defRPr sz="10350" b="1">
                <a:solidFill>
                  <a:srgbClr val="24231F"/>
                </a:solidFill>
              </a:defRPr>
            </a:lvl7pPr>
            <a:lvl8pPr>
              <a:defRPr sz="10350" b="1">
                <a:solidFill>
                  <a:srgbClr val="24231F"/>
                </a:solidFill>
              </a:defRPr>
            </a:lvl8pPr>
            <a:lvl9pPr>
              <a:defRPr sz="10350" b="1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10350" b="1">
                <a:solidFill>
                  <a:srgbClr val="24231F"/>
                </a:solidFill>
              </a:defRPr>
            </a:pPr>
            <a:r>
              <a:rPr sz="10350" b="1">
                <a:solidFill>
                  <a:srgbClr val="24231F"/>
                </a:solidFill>
              </a:rPr>
              <a:t>义犹未尽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2F273-6E1E-493A-83F8-6E0B14D3CC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bf88f34664b9d"/>
          <a:stretch xmlns:a="http://schemas.openxmlformats.org/drawingml/2006/main"/>
        </p:blipFill>
        <p:spPr>
          <a:xfrm xmlns:a="http://schemas.openxmlformats.org/drawingml/2006/main">
            <a:off x="4305300" y="1809750"/>
            <a:ext cx="7772400" cy="4857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02B0F-B431-4487-A0AB-525522B5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85750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0">
                <a:solidFill>
                  <a:srgbClr val="24231F"/>
                </a:solidFill>
              </a:defRPr>
            </a:defPPr>
            <a:lvl1pPr>
              <a:defRPr sz="3525" b="0">
                <a:solidFill>
                  <a:srgbClr val="24231F"/>
                </a:solidFill>
              </a:defRPr>
            </a:lvl1pPr>
            <a:lvl2pPr>
              <a:defRPr sz="3525" b="0">
                <a:solidFill>
                  <a:srgbClr val="24231F"/>
                </a:solidFill>
              </a:defRPr>
            </a:lvl2pPr>
            <a:lvl3pPr>
              <a:defRPr sz="3525" b="0">
                <a:solidFill>
                  <a:srgbClr val="24231F"/>
                </a:solidFill>
              </a:defRPr>
            </a:lvl3pPr>
            <a:lvl4pPr>
              <a:defRPr sz="3525" b="0">
                <a:solidFill>
                  <a:srgbClr val="24231F"/>
                </a:solidFill>
              </a:defRPr>
            </a:lvl4pPr>
            <a:lvl5pPr>
              <a:defRPr sz="3525" b="0">
                <a:solidFill>
                  <a:srgbClr val="24231F"/>
                </a:solidFill>
              </a:defRPr>
            </a:lvl5pPr>
            <a:lvl6pPr>
              <a:defRPr sz="3525" b="0">
                <a:solidFill>
                  <a:srgbClr val="24231F"/>
                </a:solidFill>
              </a:defRPr>
            </a:lvl6pPr>
            <a:lvl7pPr>
              <a:defRPr sz="3525" b="0">
                <a:solidFill>
                  <a:srgbClr val="24231F"/>
                </a:solidFill>
              </a:defRPr>
            </a:lvl7pPr>
            <a:lvl8pPr>
              <a:defRPr sz="3525" b="0">
                <a:solidFill>
                  <a:srgbClr val="24231F"/>
                </a:solidFill>
              </a:defRPr>
            </a:lvl8pPr>
            <a:lvl9pPr>
              <a:defRPr sz="3525" b="0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3525" b="0">
                <a:solidFill>
                  <a:srgbClr val="24231F"/>
                </a:solidFill>
              </a:defRPr>
            </a:pPr>
            <a:r>
              <a:rPr sz="3525" b="0">
                <a:solidFill>
                  <a:srgbClr val="24231F"/>
                </a:solidFill>
              </a:rPr>
              <a:t>义乌三时市集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2A9A6D-B231-4E73-A3D3-AC956BEE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552950"/>
            <a:ext cx="4572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4231F"/>
                </a:solidFill>
              </a:defRPr>
            </a:defPPr>
            <a:lvl1pPr>
              <a:defRPr sz="2400" b="0">
                <a:solidFill>
                  <a:srgbClr val="24231F"/>
                </a:solidFill>
              </a:defRPr>
            </a:lvl1pPr>
            <a:lvl2pPr>
              <a:defRPr sz="2400" b="0">
                <a:solidFill>
                  <a:srgbClr val="24231F"/>
                </a:solidFill>
              </a:defRPr>
            </a:lvl2pPr>
            <a:lvl3pPr>
              <a:defRPr sz="2400" b="0">
                <a:solidFill>
                  <a:srgbClr val="24231F"/>
                </a:solidFill>
              </a:defRPr>
            </a:lvl3pPr>
            <a:lvl4pPr>
              <a:defRPr sz="2400" b="0">
                <a:solidFill>
                  <a:srgbClr val="24231F"/>
                </a:solidFill>
              </a:defRPr>
            </a:lvl4pPr>
            <a:lvl5pPr>
              <a:defRPr sz="2400" b="0">
                <a:solidFill>
                  <a:srgbClr val="24231F"/>
                </a:solidFill>
              </a:defRPr>
            </a:lvl5pPr>
            <a:lvl6pPr>
              <a:defRPr sz="2400" b="0">
                <a:solidFill>
                  <a:srgbClr val="24231F"/>
                </a:solidFill>
              </a:defRPr>
            </a:lvl6pPr>
            <a:lvl7pPr>
              <a:defRPr sz="2400" b="0">
                <a:solidFill>
                  <a:srgbClr val="24231F"/>
                </a:solidFill>
              </a:defRPr>
            </a:lvl7pPr>
            <a:lvl8pPr>
              <a:defRPr sz="2400" b="0">
                <a:solidFill>
                  <a:srgbClr val="24231F"/>
                </a:solidFill>
              </a:defRPr>
            </a:lvl8pPr>
            <a:lvl9pPr>
              <a:defRPr sz="2400" b="0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231F"/>
                </a:solidFill>
              </a:defRPr>
            </a:pPr>
            <a:r>
              <a:rPr sz="2400" b="0">
                <a:solidFill>
                  <a:srgbClr val="24231F"/>
                </a:solidFill>
              </a:rPr>
              <a:t>一日三市</a:t>
            </a:r>
          </a:p>
          <a:p xmlns:a="http://schemas.openxmlformats.org/drawingml/2006/main">
            <a:pPr>
              <a:defRPr sz="2400" b="0">
                <a:solidFill>
                  <a:srgbClr val="24231F"/>
                </a:solidFill>
              </a:defRPr>
            </a:pPr>
            <a:r>
              <a:rPr sz="2400" b="0">
                <a:solidFill>
                  <a:srgbClr val="24231F"/>
                </a:solidFill>
              </a:rPr>
              <a:t>一场可漫游的国潮展陈</a:t>
            </a:r>
          </a:p>
        </p:txBody>
      </p:sp>
    </p:spTree>
    <p:extLst>
      <p:ext uri="{BB962C8B-B14F-4D97-AF65-F5344CB8AC3E}">
        <p14:creationId xmlns:p14="http://schemas.microsoft.com/office/powerpoint/2010/main" val="21069583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BD89F-7916-4311-9709-F8A02CE7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86F61"/>
                </a:solidFill>
              </a:defRPr>
            </a:defPPr>
            <a:lvl1pPr>
              <a:defRPr sz="1425" b="0">
                <a:solidFill>
                  <a:srgbClr val="786F61"/>
                </a:solidFill>
              </a:defRPr>
            </a:lvl1pPr>
            <a:lvl2pPr>
              <a:defRPr sz="1425" b="0">
                <a:solidFill>
                  <a:srgbClr val="786F61"/>
                </a:solidFill>
              </a:defRPr>
            </a:lvl2pPr>
            <a:lvl3pPr>
              <a:defRPr sz="1425" b="0">
                <a:solidFill>
                  <a:srgbClr val="786F61"/>
                </a:solidFill>
              </a:defRPr>
            </a:lvl3pPr>
            <a:lvl4pPr>
              <a:defRPr sz="1425" b="0">
                <a:solidFill>
                  <a:srgbClr val="786F61"/>
                </a:solidFill>
              </a:defRPr>
            </a:lvl4pPr>
            <a:lvl5pPr>
              <a:defRPr sz="1425" b="0">
                <a:solidFill>
                  <a:srgbClr val="786F61"/>
                </a:solidFill>
              </a:defRPr>
            </a:lvl5pPr>
            <a:lvl6pPr>
              <a:defRPr sz="1425" b="0">
                <a:solidFill>
                  <a:srgbClr val="786F61"/>
                </a:solidFill>
              </a:defRPr>
            </a:lvl6pPr>
            <a:lvl7pPr>
              <a:defRPr sz="1425" b="0">
                <a:solidFill>
                  <a:srgbClr val="786F61"/>
                </a:solidFill>
              </a:defRPr>
            </a:lvl7pPr>
            <a:lvl8pPr>
              <a:defRPr sz="1425" b="0">
                <a:solidFill>
                  <a:srgbClr val="786F61"/>
                </a:solidFill>
              </a:defRPr>
            </a:lvl8pPr>
            <a:lvl9pPr>
              <a:defRPr sz="1425" b="0">
                <a:solidFill>
                  <a:srgbClr val="786F61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86F61"/>
                </a:solidFill>
              </a:defRPr>
            </a:pPr>
            <a:r>
              <a:rPr sz="1425" b="0">
                <a:solidFill>
                  <a:srgbClr val="786F61"/>
                </a:solidFill>
              </a:rPr>
              <a:t>01   /   作品概览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55F8D-7CC3-4FDD-A2B0-D4FE1FDB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960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86F61"/>
                </a:solidFill>
              </a:defRPr>
            </a:defPPr>
            <a:lvl1pPr>
              <a:defRPr sz="1350" b="0">
                <a:solidFill>
                  <a:srgbClr val="786F61"/>
                </a:solidFill>
              </a:defRPr>
            </a:lvl1pPr>
            <a:lvl2pPr>
              <a:defRPr sz="1350" b="0">
                <a:solidFill>
                  <a:srgbClr val="786F61"/>
                </a:solidFill>
              </a:defRPr>
            </a:lvl2pPr>
            <a:lvl3pPr>
              <a:defRPr sz="1350" b="0">
                <a:solidFill>
                  <a:srgbClr val="786F61"/>
                </a:solidFill>
              </a:defRPr>
            </a:lvl3pPr>
            <a:lvl4pPr>
              <a:defRPr sz="1350" b="0">
                <a:solidFill>
                  <a:srgbClr val="786F61"/>
                </a:solidFill>
              </a:defRPr>
            </a:lvl4pPr>
            <a:lvl5pPr>
              <a:defRPr sz="1350" b="0">
                <a:solidFill>
                  <a:srgbClr val="786F61"/>
                </a:solidFill>
              </a:defRPr>
            </a:lvl5pPr>
            <a:lvl6pPr>
              <a:defRPr sz="1350" b="0">
                <a:solidFill>
                  <a:srgbClr val="786F61"/>
                </a:solidFill>
              </a:defRPr>
            </a:lvl6pPr>
            <a:lvl7pPr>
              <a:defRPr sz="1350" b="0">
                <a:solidFill>
                  <a:srgbClr val="786F61"/>
                </a:solidFill>
              </a:defRPr>
            </a:lvl7pPr>
            <a:lvl8pPr>
              <a:defRPr sz="1350" b="0">
                <a:solidFill>
                  <a:srgbClr val="786F61"/>
                </a:solidFill>
              </a:defRPr>
            </a:lvl8pPr>
            <a:lvl9pPr>
              <a:defRPr sz="1350" b="0">
                <a:solidFill>
                  <a:srgbClr val="786F6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86F61"/>
                </a:solidFill>
              </a:defRPr>
            </a:pPr>
            <a:r>
              <a:rPr sz="1350" b="0">
                <a:solidFill>
                  <a:srgbClr val="786F61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D3007-0B8E-496C-BCE9-8B22BFD7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123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0" b="1">
                <a:solidFill>
                  <a:srgbClr val="24231F"/>
                </a:solidFill>
              </a:defRPr>
            </a:defPPr>
            <a:lvl1pPr>
              <a:defRPr sz="6000" b="1">
                <a:solidFill>
                  <a:srgbClr val="24231F"/>
                </a:solidFill>
              </a:defRPr>
            </a:lvl1pPr>
            <a:lvl2pPr>
              <a:defRPr sz="6000" b="1">
                <a:solidFill>
                  <a:srgbClr val="24231F"/>
                </a:solidFill>
              </a:defRPr>
            </a:lvl2pPr>
            <a:lvl3pPr>
              <a:defRPr sz="6000" b="1">
                <a:solidFill>
                  <a:srgbClr val="24231F"/>
                </a:solidFill>
              </a:defRPr>
            </a:lvl3pPr>
            <a:lvl4pPr>
              <a:defRPr sz="6000" b="1">
                <a:solidFill>
                  <a:srgbClr val="24231F"/>
                </a:solidFill>
              </a:defRPr>
            </a:lvl4pPr>
            <a:lvl5pPr>
              <a:defRPr sz="6000" b="1">
                <a:solidFill>
                  <a:srgbClr val="24231F"/>
                </a:solidFill>
              </a:defRPr>
            </a:lvl5pPr>
            <a:lvl6pPr>
              <a:defRPr sz="6000" b="1">
                <a:solidFill>
                  <a:srgbClr val="24231F"/>
                </a:solidFill>
              </a:defRPr>
            </a:lvl6pPr>
            <a:lvl7pPr>
              <a:defRPr sz="6000" b="1">
                <a:solidFill>
                  <a:srgbClr val="24231F"/>
                </a:solidFill>
              </a:defRPr>
            </a:lvl7pPr>
            <a:lvl8pPr>
              <a:defRPr sz="6000" b="1">
                <a:solidFill>
                  <a:srgbClr val="24231F"/>
                </a:solidFill>
              </a:defRPr>
            </a:lvl8pPr>
            <a:lvl9pPr>
              <a:defRPr sz="6000" b="1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24231F"/>
                </a:solidFill>
              </a:defRPr>
            </a:pPr>
            <a:r>
              <a:rPr sz="6000" b="1">
                <a:solidFill>
                  <a:srgbClr val="24231F"/>
                </a:solidFill>
              </a:rPr>
              <a:t>把市集，搬进屏幕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CC4A7-1C27-447E-B79F-364E2DDDE8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ee7d2e71a4fd4"/>
          <a:stretch xmlns:a="http://schemas.openxmlformats.org/drawingml/2006/main"/>
        </p:blipFill>
        <p:spPr>
          <a:xfrm xmlns:a="http://schemas.openxmlformats.org/drawingml/2006/main">
            <a:off x="-171450" y="2315766"/>
            <a:ext cx="4476750" cy="279796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EA9AB5-B12B-4163-9C19-F2E49CD4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43500"/>
            <a:ext cx="133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AE3D2E"/>
                </a:solidFill>
              </a:defRPr>
            </a:defPPr>
            <a:lvl1pPr>
              <a:defRPr sz="5100" b="1">
                <a:solidFill>
                  <a:srgbClr val="AE3D2E"/>
                </a:solidFill>
              </a:defRPr>
            </a:lvl1pPr>
            <a:lvl2pPr>
              <a:defRPr sz="5100" b="1">
                <a:solidFill>
                  <a:srgbClr val="AE3D2E"/>
                </a:solidFill>
              </a:defRPr>
            </a:lvl2pPr>
            <a:lvl3pPr>
              <a:defRPr sz="5100" b="1">
                <a:solidFill>
                  <a:srgbClr val="AE3D2E"/>
                </a:solidFill>
              </a:defRPr>
            </a:lvl3pPr>
            <a:lvl4pPr>
              <a:defRPr sz="5100" b="1">
                <a:solidFill>
                  <a:srgbClr val="AE3D2E"/>
                </a:solidFill>
              </a:defRPr>
            </a:lvl4pPr>
            <a:lvl5pPr>
              <a:defRPr sz="5100" b="1">
                <a:solidFill>
                  <a:srgbClr val="AE3D2E"/>
                </a:solidFill>
              </a:defRPr>
            </a:lvl5pPr>
            <a:lvl6pPr>
              <a:defRPr sz="5100" b="1">
                <a:solidFill>
                  <a:srgbClr val="AE3D2E"/>
                </a:solidFill>
              </a:defRPr>
            </a:lvl6pPr>
            <a:lvl7pPr>
              <a:defRPr sz="5100" b="1">
                <a:solidFill>
                  <a:srgbClr val="AE3D2E"/>
                </a:solidFill>
              </a:defRPr>
            </a:lvl7pPr>
            <a:lvl8pPr>
              <a:defRPr sz="5100" b="1">
                <a:solidFill>
                  <a:srgbClr val="AE3D2E"/>
                </a:solidFill>
              </a:defRPr>
            </a:lvl8pPr>
            <a:lvl9pPr>
              <a:defRPr sz="5100" b="1">
                <a:solidFill>
                  <a:srgbClr val="AE3D2E"/>
                </a:solidFill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AE3D2E"/>
                </a:solidFill>
              </a:defRPr>
            </a:pPr>
            <a:r>
              <a:rPr sz="5100" b="1">
                <a:solidFill>
                  <a:srgbClr val="AE3D2E"/>
                </a:solidFill>
              </a:rPr>
              <a:t>早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33258C-C686-49D4-88C0-C00E7B8B13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9534b2047447c9"/>
          <a:stretch xmlns:a="http://schemas.openxmlformats.org/drawingml/2006/main"/>
        </p:blipFill>
        <p:spPr>
          <a:xfrm xmlns:a="http://schemas.openxmlformats.org/drawingml/2006/main">
            <a:off x="3781425" y="2315766"/>
            <a:ext cx="4476750" cy="279796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AC603-D1BE-4B55-B650-AC452FB2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43500"/>
            <a:ext cx="133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AE3D2E"/>
                </a:solidFill>
              </a:defRPr>
            </a:defPPr>
            <a:lvl1pPr>
              <a:defRPr sz="5100" b="1">
                <a:solidFill>
                  <a:srgbClr val="AE3D2E"/>
                </a:solidFill>
              </a:defRPr>
            </a:lvl1pPr>
            <a:lvl2pPr>
              <a:defRPr sz="5100" b="1">
                <a:solidFill>
                  <a:srgbClr val="AE3D2E"/>
                </a:solidFill>
              </a:defRPr>
            </a:lvl2pPr>
            <a:lvl3pPr>
              <a:defRPr sz="5100" b="1">
                <a:solidFill>
                  <a:srgbClr val="AE3D2E"/>
                </a:solidFill>
              </a:defRPr>
            </a:lvl3pPr>
            <a:lvl4pPr>
              <a:defRPr sz="5100" b="1">
                <a:solidFill>
                  <a:srgbClr val="AE3D2E"/>
                </a:solidFill>
              </a:defRPr>
            </a:lvl4pPr>
            <a:lvl5pPr>
              <a:defRPr sz="5100" b="1">
                <a:solidFill>
                  <a:srgbClr val="AE3D2E"/>
                </a:solidFill>
              </a:defRPr>
            </a:lvl5pPr>
            <a:lvl6pPr>
              <a:defRPr sz="5100" b="1">
                <a:solidFill>
                  <a:srgbClr val="AE3D2E"/>
                </a:solidFill>
              </a:defRPr>
            </a:lvl6pPr>
            <a:lvl7pPr>
              <a:defRPr sz="5100" b="1">
                <a:solidFill>
                  <a:srgbClr val="AE3D2E"/>
                </a:solidFill>
              </a:defRPr>
            </a:lvl7pPr>
            <a:lvl8pPr>
              <a:defRPr sz="5100" b="1">
                <a:solidFill>
                  <a:srgbClr val="AE3D2E"/>
                </a:solidFill>
              </a:defRPr>
            </a:lvl8pPr>
            <a:lvl9pPr>
              <a:defRPr sz="5100" b="1">
                <a:solidFill>
                  <a:srgbClr val="AE3D2E"/>
                </a:solidFill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AE3D2E"/>
                </a:solidFill>
              </a:defRPr>
            </a:pPr>
            <a:r>
              <a:rPr sz="5100" b="1">
                <a:solidFill>
                  <a:srgbClr val="AE3D2E"/>
                </a:solidFill>
              </a:rPr>
              <a:t>午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8BF56-3FD9-47EE-906F-B03E12A260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0aef0c635d4232"/>
          <a:stretch xmlns:a="http://schemas.openxmlformats.org/drawingml/2006/main"/>
        </p:blipFill>
        <p:spPr>
          <a:xfrm xmlns:a="http://schemas.openxmlformats.org/drawingml/2006/main">
            <a:off x="7734300" y="2315766"/>
            <a:ext cx="4476750" cy="2797969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6CB3B-EAB3-461E-9798-B3D9D955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143500"/>
            <a:ext cx="133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AE3D2E"/>
                </a:solidFill>
              </a:defRPr>
            </a:defPPr>
            <a:lvl1pPr>
              <a:defRPr sz="5100" b="1">
                <a:solidFill>
                  <a:srgbClr val="AE3D2E"/>
                </a:solidFill>
              </a:defRPr>
            </a:lvl1pPr>
            <a:lvl2pPr>
              <a:defRPr sz="5100" b="1">
                <a:solidFill>
                  <a:srgbClr val="AE3D2E"/>
                </a:solidFill>
              </a:defRPr>
            </a:lvl2pPr>
            <a:lvl3pPr>
              <a:defRPr sz="5100" b="1">
                <a:solidFill>
                  <a:srgbClr val="AE3D2E"/>
                </a:solidFill>
              </a:defRPr>
            </a:lvl3pPr>
            <a:lvl4pPr>
              <a:defRPr sz="5100" b="1">
                <a:solidFill>
                  <a:srgbClr val="AE3D2E"/>
                </a:solidFill>
              </a:defRPr>
            </a:lvl4pPr>
            <a:lvl5pPr>
              <a:defRPr sz="5100" b="1">
                <a:solidFill>
                  <a:srgbClr val="AE3D2E"/>
                </a:solidFill>
              </a:defRPr>
            </a:lvl5pPr>
            <a:lvl6pPr>
              <a:defRPr sz="5100" b="1">
                <a:solidFill>
                  <a:srgbClr val="AE3D2E"/>
                </a:solidFill>
              </a:defRPr>
            </a:lvl6pPr>
            <a:lvl7pPr>
              <a:defRPr sz="5100" b="1">
                <a:solidFill>
                  <a:srgbClr val="AE3D2E"/>
                </a:solidFill>
              </a:defRPr>
            </a:lvl7pPr>
            <a:lvl8pPr>
              <a:defRPr sz="5100" b="1">
                <a:solidFill>
                  <a:srgbClr val="AE3D2E"/>
                </a:solidFill>
              </a:defRPr>
            </a:lvl8pPr>
            <a:lvl9pPr>
              <a:defRPr sz="5100" b="1">
                <a:solidFill>
                  <a:srgbClr val="AE3D2E"/>
                </a:solidFill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AE3D2E"/>
                </a:solidFill>
              </a:defRPr>
            </a:pPr>
            <a:r>
              <a:rPr sz="5100" b="1">
                <a:solidFill>
                  <a:srgbClr val="AE3D2E"/>
                </a:solidFill>
              </a:rPr>
              <a:t>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13BE3B-F7B4-4A81-AC4E-501F806D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786F61"/>
                </a:solidFill>
              </a:defRPr>
            </a:defPPr>
            <a:lvl1pPr>
              <a:defRPr sz="1950" b="0">
                <a:solidFill>
                  <a:srgbClr val="786F61"/>
                </a:solidFill>
              </a:defRPr>
            </a:lvl1pPr>
            <a:lvl2pPr>
              <a:defRPr sz="1950" b="0">
                <a:solidFill>
                  <a:srgbClr val="786F61"/>
                </a:solidFill>
              </a:defRPr>
            </a:lvl2pPr>
            <a:lvl3pPr>
              <a:defRPr sz="1950" b="0">
                <a:solidFill>
                  <a:srgbClr val="786F61"/>
                </a:solidFill>
              </a:defRPr>
            </a:lvl3pPr>
            <a:lvl4pPr>
              <a:defRPr sz="1950" b="0">
                <a:solidFill>
                  <a:srgbClr val="786F61"/>
                </a:solidFill>
              </a:defRPr>
            </a:lvl4pPr>
            <a:lvl5pPr>
              <a:defRPr sz="1950" b="0">
                <a:solidFill>
                  <a:srgbClr val="786F61"/>
                </a:solidFill>
              </a:defRPr>
            </a:lvl5pPr>
            <a:lvl6pPr>
              <a:defRPr sz="1950" b="0">
                <a:solidFill>
                  <a:srgbClr val="786F61"/>
                </a:solidFill>
              </a:defRPr>
            </a:lvl6pPr>
            <a:lvl7pPr>
              <a:defRPr sz="1950" b="0">
                <a:solidFill>
                  <a:srgbClr val="786F61"/>
                </a:solidFill>
              </a:defRPr>
            </a:lvl7pPr>
            <a:lvl8pPr>
              <a:defRPr sz="1950" b="0">
                <a:solidFill>
                  <a:srgbClr val="786F61"/>
                </a:solidFill>
              </a:defRPr>
            </a:lvl8pPr>
            <a:lvl9pPr>
              <a:defRPr sz="1950" b="0">
                <a:solidFill>
                  <a:srgbClr val="786F61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786F61"/>
                </a:solidFill>
              </a:defRPr>
            </a:pPr>
            <a:r>
              <a:rPr sz="1950" b="0">
                <a:solidFill>
                  <a:srgbClr val="786F61"/>
                </a:solidFill>
              </a:rPr>
              <a:t>3 个时段    9 处摊位    13 件展品</a:t>
            </a:r>
          </a:p>
        </p:txBody>
      </p:sp>
    </p:spTree>
    <p:extLst>
      <p:ext uri="{BB962C8B-B14F-4D97-AF65-F5344CB8AC3E}">
        <p14:creationId xmlns:p14="http://schemas.microsoft.com/office/powerpoint/2010/main" val="12223883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A68A8-CD39-4FE1-A337-A9BF352D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86F61"/>
                </a:solidFill>
              </a:defRPr>
            </a:defPPr>
            <a:lvl1pPr>
              <a:defRPr sz="1425" b="0">
                <a:solidFill>
                  <a:srgbClr val="786F61"/>
                </a:solidFill>
              </a:defRPr>
            </a:lvl1pPr>
            <a:lvl2pPr>
              <a:defRPr sz="1425" b="0">
                <a:solidFill>
                  <a:srgbClr val="786F61"/>
                </a:solidFill>
              </a:defRPr>
            </a:lvl2pPr>
            <a:lvl3pPr>
              <a:defRPr sz="1425" b="0">
                <a:solidFill>
                  <a:srgbClr val="786F61"/>
                </a:solidFill>
              </a:defRPr>
            </a:lvl3pPr>
            <a:lvl4pPr>
              <a:defRPr sz="1425" b="0">
                <a:solidFill>
                  <a:srgbClr val="786F61"/>
                </a:solidFill>
              </a:defRPr>
            </a:lvl4pPr>
            <a:lvl5pPr>
              <a:defRPr sz="1425" b="0">
                <a:solidFill>
                  <a:srgbClr val="786F61"/>
                </a:solidFill>
              </a:defRPr>
            </a:lvl5pPr>
            <a:lvl6pPr>
              <a:defRPr sz="1425" b="0">
                <a:solidFill>
                  <a:srgbClr val="786F61"/>
                </a:solidFill>
              </a:defRPr>
            </a:lvl6pPr>
            <a:lvl7pPr>
              <a:defRPr sz="1425" b="0">
                <a:solidFill>
                  <a:srgbClr val="786F61"/>
                </a:solidFill>
              </a:defRPr>
            </a:lvl7pPr>
            <a:lvl8pPr>
              <a:defRPr sz="1425" b="0">
                <a:solidFill>
                  <a:srgbClr val="786F61"/>
                </a:solidFill>
              </a:defRPr>
            </a:lvl8pPr>
            <a:lvl9pPr>
              <a:defRPr sz="1425" b="0">
                <a:solidFill>
                  <a:srgbClr val="786F61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86F61"/>
                </a:solidFill>
              </a:defRPr>
            </a:pPr>
            <a:r>
              <a:rPr sz="1425" b="0">
                <a:solidFill>
                  <a:srgbClr val="786F61"/>
                </a:solidFill>
              </a:rPr>
              <a:t>02   /   设计命题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829DB6-095B-4760-840A-E053ED65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960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86F61"/>
                </a:solidFill>
              </a:defRPr>
            </a:defPPr>
            <a:lvl1pPr>
              <a:defRPr sz="1350" b="0">
                <a:solidFill>
                  <a:srgbClr val="786F61"/>
                </a:solidFill>
              </a:defRPr>
            </a:lvl1pPr>
            <a:lvl2pPr>
              <a:defRPr sz="1350" b="0">
                <a:solidFill>
                  <a:srgbClr val="786F61"/>
                </a:solidFill>
              </a:defRPr>
            </a:lvl2pPr>
            <a:lvl3pPr>
              <a:defRPr sz="1350" b="0">
                <a:solidFill>
                  <a:srgbClr val="786F61"/>
                </a:solidFill>
              </a:defRPr>
            </a:lvl3pPr>
            <a:lvl4pPr>
              <a:defRPr sz="1350" b="0">
                <a:solidFill>
                  <a:srgbClr val="786F61"/>
                </a:solidFill>
              </a:defRPr>
            </a:lvl4pPr>
            <a:lvl5pPr>
              <a:defRPr sz="1350" b="0">
                <a:solidFill>
                  <a:srgbClr val="786F61"/>
                </a:solidFill>
              </a:defRPr>
            </a:lvl5pPr>
            <a:lvl6pPr>
              <a:defRPr sz="1350" b="0">
                <a:solidFill>
                  <a:srgbClr val="786F61"/>
                </a:solidFill>
              </a:defRPr>
            </a:lvl6pPr>
            <a:lvl7pPr>
              <a:defRPr sz="1350" b="0">
                <a:solidFill>
                  <a:srgbClr val="786F61"/>
                </a:solidFill>
              </a:defRPr>
            </a:lvl7pPr>
            <a:lvl8pPr>
              <a:defRPr sz="1350" b="0">
                <a:solidFill>
                  <a:srgbClr val="786F61"/>
                </a:solidFill>
              </a:defRPr>
            </a:lvl8pPr>
            <a:lvl9pPr>
              <a:defRPr sz="1350" b="0">
                <a:solidFill>
                  <a:srgbClr val="786F6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86F61"/>
                </a:solidFill>
              </a:defRPr>
            </a:pPr>
            <a:r>
              <a:rPr sz="1350" b="0">
                <a:solidFill>
                  <a:srgbClr val="786F61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B3682-8B22-4CBE-84F6-99377FD1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47750"/>
            <a:ext cx="6286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400" b="1">
                <a:solidFill>
                  <a:srgbClr val="24231F"/>
                </a:solidFill>
              </a:defRPr>
            </a:defPPr>
            <a:lvl1pPr>
              <a:defRPr sz="8400" b="1">
                <a:solidFill>
                  <a:srgbClr val="24231F"/>
                </a:solidFill>
              </a:defRPr>
            </a:lvl1pPr>
            <a:lvl2pPr>
              <a:defRPr sz="8400" b="1">
                <a:solidFill>
                  <a:srgbClr val="24231F"/>
                </a:solidFill>
              </a:defRPr>
            </a:lvl2pPr>
            <a:lvl3pPr>
              <a:defRPr sz="8400" b="1">
                <a:solidFill>
                  <a:srgbClr val="24231F"/>
                </a:solidFill>
              </a:defRPr>
            </a:lvl3pPr>
            <a:lvl4pPr>
              <a:defRPr sz="8400" b="1">
                <a:solidFill>
                  <a:srgbClr val="24231F"/>
                </a:solidFill>
              </a:defRPr>
            </a:lvl4pPr>
            <a:lvl5pPr>
              <a:defRPr sz="8400" b="1">
                <a:solidFill>
                  <a:srgbClr val="24231F"/>
                </a:solidFill>
              </a:defRPr>
            </a:lvl5pPr>
            <a:lvl6pPr>
              <a:defRPr sz="8400" b="1">
                <a:solidFill>
                  <a:srgbClr val="24231F"/>
                </a:solidFill>
              </a:defRPr>
            </a:lvl6pPr>
            <a:lvl7pPr>
              <a:defRPr sz="8400" b="1">
                <a:solidFill>
                  <a:srgbClr val="24231F"/>
                </a:solidFill>
              </a:defRPr>
            </a:lvl7pPr>
            <a:lvl8pPr>
              <a:defRPr sz="8400" b="1">
                <a:solidFill>
                  <a:srgbClr val="24231F"/>
                </a:solidFill>
              </a:defRPr>
            </a:lvl8pPr>
            <a:lvl9pPr>
              <a:defRPr sz="8400" b="1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8400" b="1">
                <a:solidFill>
                  <a:srgbClr val="24231F"/>
                </a:solidFill>
              </a:defRPr>
            </a:pPr>
            <a:r>
              <a:rPr sz="8400" b="1">
                <a:solidFill>
                  <a:srgbClr val="24231F"/>
                </a:solidFill>
              </a:rPr>
              <a:t>小商品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1686A-34F9-4170-8489-6D06246D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24125"/>
            <a:ext cx="6286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400" b="1">
                <a:solidFill>
                  <a:srgbClr val="AE3D2E"/>
                </a:solidFill>
              </a:defRPr>
            </a:defPPr>
            <a:lvl1pPr>
              <a:defRPr sz="8400" b="1">
                <a:solidFill>
                  <a:srgbClr val="AE3D2E"/>
                </a:solidFill>
              </a:defRPr>
            </a:lvl1pPr>
            <a:lvl2pPr>
              <a:defRPr sz="8400" b="1">
                <a:solidFill>
                  <a:srgbClr val="AE3D2E"/>
                </a:solidFill>
              </a:defRPr>
            </a:lvl2pPr>
            <a:lvl3pPr>
              <a:defRPr sz="8400" b="1">
                <a:solidFill>
                  <a:srgbClr val="AE3D2E"/>
                </a:solidFill>
              </a:defRPr>
            </a:lvl3pPr>
            <a:lvl4pPr>
              <a:defRPr sz="8400" b="1">
                <a:solidFill>
                  <a:srgbClr val="AE3D2E"/>
                </a:solidFill>
              </a:defRPr>
            </a:lvl4pPr>
            <a:lvl5pPr>
              <a:defRPr sz="8400" b="1">
                <a:solidFill>
                  <a:srgbClr val="AE3D2E"/>
                </a:solidFill>
              </a:defRPr>
            </a:lvl5pPr>
            <a:lvl6pPr>
              <a:defRPr sz="8400" b="1">
                <a:solidFill>
                  <a:srgbClr val="AE3D2E"/>
                </a:solidFill>
              </a:defRPr>
            </a:lvl6pPr>
            <a:lvl7pPr>
              <a:defRPr sz="8400" b="1">
                <a:solidFill>
                  <a:srgbClr val="AE3D2E"/>
                </a:solidFill>
              </a:defRPr>
            </a:lvl7pPr>
            <a:lvl8pPr>
              <a:defRPr sz="8400" b="1">
                <a:solidFill>
                  <a:srgbClr val="AE3D2E"/>
                </a:solidFill>
              </a:defRPr>
            </a:lvl8pPr>
            <a:lvl9pPr>
              <a:defRPr sz="8400" b="1">
                <a:solidFill>
                  <a:srgbClr val="AE3D2E"/>
                </a:solidFill>
              </a:defRPr>
            </a:lvl9pPr>
          </a:lstStyle>
          <a:p xmlns:a="http://schemas.openxmlformats.org/drawingml/2006/main">
            <a:pPr>
              <a:defRPr sz="8400" b="1">
                <a:solidFill>
                  <a:srgbClr val="AE3D2E"/>
                </a:solidFill>
              </a:defRPr>
            </a:pPr>
            <a:r>
              <a:rPr sz="8400" b="1">
                <a:solidFill>
                  <a:srgbClr val="AE3D2E"/>
                </a:solidFill>
              </a:rPr>
              <a:t>大场景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FE042-D0F1-4079-8F9E-417C68C603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9bfd941804bcc"/>
          <a:stretch xmlns:a="http://schemas.openxmlformats.org/drawingml/2006/main"/>
        </p:blipFill>
        <p:spPr>
          <a:xfrm xmlns:a="http://schemas.openxmlformats.org/drawingml/2006/main">
            <a:off x="6191250" y="857250"/>
            <a:ext cx="5429250" cy="5429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83C35-C403-4067-AC66-F9617C23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8577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24231F"/>
                </a:solidFill>
              </a:defRPr>
            </a:defPPr>
            <a:lvl1pPr>
              <a:defRPr sz="3000" b="0">
                <a:solidFill>
                  <a:srgbClr val="24231F"/>
                </a:solidFill>
              </a:defRPr>
            </a:lvl1pPr>
            <a:lvl2pPr>
              <a:defRPr sz="3000" b="0">
                <a:solidFill>
                  <a:srgbClr val="24231F"/>
                </a:solidFill>
              </a:defRPr>
            </a:lvl2pPr>
            <a:lvl3pPr>
              <a:defRPr sz="3000" b="0">
                <a:solidFill>
                  <a:srgbClr val="24231F"/>
                </a:solidFill>
              </a:defRPr>
            </a:lvl3pPr>
            <a:lvl4pPr>
              <a:defRPr sz="3000" b="0">
                <a:solidFill>
                  <a:srgbClr val="24231F"/>
                </a:solidFill>
              </a:defRPr>
            </a:lvl4pPr>
            <a:lvl5pPr>
              <a:defRPr sz="3000" b="0">
                <a:solidFill>
                  <a:srgbClr val="24231F"/>
                </a:solidFill>
              </a:defRPr>
            </a:lvl5pPr>
            <a:lvl6pPr>
              <a:defRPr sz="3000" b="0">
                <a:solidFill>
                  <a:srgbClr val="24231F"/>
                </a:solidFill>
              </a:defRPr>
            </a:lvl6pPr>
            <a:lvl7pPr>
              <a:defRPr sz="3000" b="0">
                <a:solidFill>
                  <a:srgbClr val="24231F"/>
                </a:solidFill>
              </a:defRPr>
            </a:lvl7pPr>
            <a:lvl8pPr>
              <a:defRPr sz="3000" b="0">
                <a:solidFill>
                  <a:srgbClr val="24231F"/>
                </a:solidFill>
              </a:defRPr>
            </a:lvl8pPr>
            <a:lvl9pPr>
              <a:defRPr sz="3000" b="0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231F"/>
                </a:solidFill>
              </a:defRPr>
            </a:pPr>
            <a:r>
              <a:rPr sz="3000" b="0">
                <a:solidFill>
                  <a:srgbClr val="24231F"/>
                </a:solidFill>
              </a:rPr>
              <a:t>义乌小商品 × 国潮文化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2DC14-208D-414A-A8F3-FC309BB3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29275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231F"/>
                </a:solidFill>
              </a:defRPr>
            </a:defPPr>
            <a:lvl1pPr>
              <a:defRPr sz="2100" b="0">
                <a:solidFill>
                  <a:srgbClr val="24231F"/>
                </a:solidFill>
              </a:defRPr>
            </a:lvl1pPr>
            <a:lvl2pPr>
              <a:defRPr sz="2100" b="0">
                <a:solidFill>
                  <a:srgbClr val="24231F"/>
                </a:solidFill>
              </a:defRPr>
            </a:lvl2pPr>
            <a:lvl3pPr>
              <a:defRPr sz="2100" b="0">
                <a:solidFill>
                  <a:srgbClr val="24231F"/>
                </a:solidFill>
              </a:defRPr>
            </a:lvl3pPr>
            <a:lvl4pPr>
              <a:defRPr sz="2100" b="0">
                <a:solidFill>
                  <a:srgbClr val="24231F"/>
                </a:solidFill>
              </a:defRPr>
            </a:lvl4pPr>
            <a:lvl5pPr>
              <a:defRPr sz="2100" b="0">
                <a:solidFill>
                  <a:srgbClr val="24231F"/>
                </a:solidFill>
              </a:defRPr>
            </a:lvl5pPr>
            <a:lvl6pPr>
              <a:defRPr sz="2100" b="0">
                <a:solidFill>
                  <a:srgbClr val="24231F"/>
                </a:solidFill>
              </a:defRPr>
            </a:lvl6pPr>
            <a:lvl7pPr>
              <a:defRPr sz="2100" b="0">
                <a:solidFill>
                  <a:srgbClr val="24231F"/>
                </a:solidFill>
              </a:defRPr>
            </a:lvl7pPr>
            <a:lvl8pPr>
              <a:defRPr sz="2100" b="0">
                <a:solidFill>
                  <a:srgbClr val="24231F"/>
                </a:solidFill>
              </a:defRPr>
            </a:lvl8pPr>
            <a:lvl9pPr>
              <a:defRPr sz="2100" b="0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231F"/>
                </a:solidFill>
              </a:defRPr>
            </a:pPr>
            <a:r>
              <a:rPr sz="2100" b="0">
                <a:solidFill>
                  <a:srgbClr val="24231F"/>
                </a:solidFill>
              </a:rPr>
              <a:t>用空间建立语境，用互动留下记忆</a:t>
            </a:r>
          </a:p>
        </p:txBody>
      </p:sp>
    </p:spTree>
    <p:extLst>
      <p:ext uri="{BB962C8B-B14F-4D97-AF65-F5344CB8AC3E}">
        <p14:creationId xmlns:p14="http://schemas.microsoft.com/office/powerpoint/2010/main" val="4653425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CF32E-3D40-4DF5-A01E-E691FB90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86F61"/>
                </a:solidFill>
              </a:defRPr>
            </a:defPPr>
            <a:lvl1pPr>
              <a:defRPr sz="1425" b="0">
                <a:solidFill>
                  <a:srgbClr val="786F61"/>
                </a:solidFill>
              </a:defRPr>
            </a:lvl1pPr>
            <a:lvl2pPr>
              <a:defRPr sz="1425" b="0">
                <a:solidFill>
                  <a:srgbClr val="786F61"/>
                </a:solidFill>
              </a:defRPr>
            </a:lvl2pPr>
            <a:lvl3pPr>
              <a:defRPr sz="1425" b="0">
                <a:solidFill>
                  <a:srgbClr val="786F61"/>
                </a:solidFill>
              </a:defRPr>
            </a:lvl3pPr>
            <a:lvl4pPr>
              <a:defRPr sz="1425" b="0">
                <a:solidFill>
                  <a:srgbClr val="786F61"/>
                </a:solidFill>
              </a:defRPr>
            </a:lvl4pPr>
            <a:lvl5pPr>
              <a:defRPr sz="1425" b="0">
                <a:solidFill>
                  <a:srgbClr val="786F61"/>
                </a:solidFill>
              </a:defRPr>
            </a:lvl5pPr>
            <a:lvl6pPr>
              <a:defRPr sz="1425" b="0">
                <a:solidFill>
                  <a:srgbClr val="786F61"/>
                </a:solidFill>
              </a:defRPr>
            </a:lvl6pPr>
            <a:lvl7pPr>
              <a:defRPr sz="1425" b="0">
                <a:solidFill>
                  <a:srgbClr val="786F61"/>
                </a:solidFill>
              </a:defRPr>
            </a:lvl7pPr>
            <a:lvl8pPr>
              <a:defRPr sz="1425" b="0">
                <a:solidFill>
                  <a:srgbClr val="786F61"/>
                </a:solidFill>
              </a:defRPr>
            </a:lvl8pPr>
            <a:lvl9pPr>
              <a:defRPr sz="1425" b="0">
                <a:solidFill>
                  <a:srgbClr val="786F61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86F61"/>
                </a:solidFill>
              </a:defRPr>
            </a:pPr>
            <a:r>
              <a:rPr sz="1425" b="0">
                <a:solidFill>
                  <a:srgbClr val="786F61"/>
                </a:solidFill>
              </a:rPr>
              <a:t>03   /   灵感与转译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0F11E-14F7-47DB-A73C-1B099941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960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86F61"/>
                </a:solidFill>
              </a:defRPr>
            </a:defPPr>
            <a:lvl1pPr>
              <a:defRPr sz="1350" b="0">
                <a:solidFill>
                  <a:srgbClr val="786F61"/>
                </a:solidFill>
              </a:defRPr>
            </a:lvl1pPr>
            <a:lvl2pPr>
              <a:defRPr sz="1350" b="0">
                <a:solidFill>
                  <a:srgbClr val="786F61"/>
                </a:solidFill>
              </a:defRPr>
            </a:lvl2pPr>
            <a:lvl3pPr>
              <a:defRPr sz="1350" b="0">
                <a:solidFill>
                  <a:srgbClr val="786F61"/>
                </a:solidFill>
              </a:defRPr>
            </a:lvl3pPr>
            <a:lvl4pPr>
              <a:defRPr sz="1350" b="0">
                <a:solidFill>
                  <a:srgbClr val="786F61"/>
                </a:solidFill>
              </a:defRPr>
            </a:lvl4pPr>
            <a:lvl5pPr>
              <a:defRPr sz="1350" b="0">
                <a:solidFill>
                  <a:srgbClr val="786F61"/>
                </a:solidFill>
              </a:defRPr>
            </a:lvl5pPr>
            <a:lvl6pPr>
              <a:defRPr sz="1350" b="0">
                <a:solidFill>
                  <a:srgbClr val="786F61"/>
                </a:solidFill>
              </a:defRPr>
            </a:lvl6pPr>
            <a:lvl7pPr>
              <a:defRPr sz="1350" b="0">
                <a:solidFill>
                  <a:srgbClr val="786F61"/>
                </a:solidFill>
              </a:defRPr>
            </a:lvl7pPr>
            <a:lvl8pPr>
              <a:defRPr sz="1350" b="0">
                <a:solidFill>
                  <a:srgbClr val="786F61"/>
                </a:solidFill>
              </a:defRPr>
            </a:lvl8pPr>
            <a:lvl9pPr>
              <a:defRPr sz="1350" b="0">
                <a:solidFill>
                  <a:srgbClr val="786F6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86F61"/>
                </a:solidFill>
              </a:defRPr>
            </a:pPr>
            <a:r>
              <a:rPr sz="1350" b="0">
                <a:solidFill>
                  <a:srgbClr val="786F61"/>
                </a:solidFill>
              </a:rPr>
              <a:t>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9A904-85A2-4F2D-9DBA-5BE0B3183A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8787d7490947e5"/>
          <a:stretch xmlns:a="http://schemas.openxmlformats.org/drawingml/2006/main"/>
        </p:blipFill>
        <p:spPr>
          <a:xfrm xmlns:a="http://schemas.openxmlformats.org/drawingml/2006/main">
            <a:off x="4095750" y="1143000"/>
            <a:ext cx="8001000" cy="5000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83E24-A1F4-4D8F-BF46-F43E2477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9060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0" b="1">
                <a:solidFill>
                  <a:srgbClr val="24231F"/>
                </a:solidFill>
              </a:defRPr>
            </a:defPPr>
            <a:lvl1pPr>
              <a:defRPr sz="6750" b="1">
                <a:solidFill>
                  <a:srgbClr val="24231F"/>
                </a:solidFill>
              </a:defRPr>
            </a:lvl1pPr>
            <a:lvl2pPr>
              <a:defRPr sz="6750" b="1">
                <a:solidFill>
                  <a:srgbClr val="24231F"/>
                </a:solidFill>
              </a:defRPr>
            </a:lvl2pPr>
            <a:lvl3pPr>
              <a:defRPr sz="6750" b="1">
                <a:solidFill>
                  <a:srgbClr val="24231F"/>
                </a:solidFill>
              </a:defRPr>
            </a:lvl3pPr>
            <a:lvl4pPr>
              <a:defRPr sz="6750" b="1">
                <a:solidFill>
                  <a:srgbClr val="24231F"/>
                </a:solidFill>
              </a:defRPr>
            </a:lvl4pPr>
            <a:lvl5pPr>
              <a:defRPr sz="6750" b="1">
                <a:solidFill>
                  <a:srgbClr val="24231F"/>
                </a:solidFill>
              </a:defRPr>
            </a:lvl5pPr>
            <a:lvl6pPr>
              <a:defRPr sz="6750" b="1">
                <a:solidFill>
                  <a:srgbClr val="24231F"/>
                </a:solidFill>
              </a:defRPr>
            </a:lvl6pPr>
            <a:lvl7pPr>
              <a:defRPr sz="6750" b="1">
                <a:solidFill>
                  <a:srgbClr val="24231F"/>
                </a:solidFill>
              </a:defRPr>
            </a:lvl7pPr>
            <a:lvl8pPr>
              <a:defRPr sz="6750" b="1">
                <a:solidFill>
                  <a:srgbClr val="24231F"/>
                </a:solidFill>
              </a:defRPr>
            </a:lvl8pPr>
            <a:lvl9pPr>
              <a:defRPr sz="6750" b="1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6750" b="1">
                <a:solidFill>
                  <a:srgbClr val="24231F"/>
                </a:solidFill>
              </a:defRPr>
            </a:pPr>
            <a:r>
              <a:rPr sz="6750" b="1">
                <a:solidFill>
                  <a:srgbClr val="24231F"/>
                </a:solidFill>
              </a:rPr>
              <a:t>市井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75DE8-E589-4FFA-B886-183AADA9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0" b="1">
                <a:solidFill>
                  <a:srgbClr val="AE3D2E"/>
                </a:solidFill>
              </a:defRPr>
            </a:defPPr>
            <a:lvl1pPr>
              <a:defRPr sz="6750" b="1">
                <a:solidFill>
                  <a:srgbClr val="AE3D2E"/>
                </a:solidFill>
              </a:defRPr>
            </a:lvl1pPr>
            <a:lvl2pPr>
              <a:defRPr sz="6750" b="1">
                <a:solidFill>
                  <a:srgbClr val="AE3D2E"/>
                </a:solidFill>
              </a:defRPr>
            </a:lvl2pPr>
            <a:lvl3pPr>
              <a:defRPr sz="6750" b="1">
                <a:solidFill>
                  <a:srgbClr val="AE3D2E"/>
                </a:solidFill>
              </a:defRPr>
            </a:lvl3pPr>
            <a:lvl4pPr>
              <a:defRPr sz="6750" b="1">
                <a:solidFill>
                  <a:srgbClr val="AE3D2E"/>
                </a:solidFill>
              </a:defRPr>
            </a:lvl4pPr>
            <a:lvl5pPr>
              <a:defRPr sz="6750" b="1">
                <a:solidFill>
                  <a:srgbClr val="AE3D2E"/>
                </a:solidFill>
              </a:defRPr>
            </a:lvl5pPr>
            <a:lvl6pPr>
              <a:defRPr sz="6750" b="1">
                <a:solidFill>
                  <a:srgbClr val="AE3D2E"/>
                </a:solidFill>
              </a:defRPr>
            </a:lvl6pPr>
            <a:lvl7pPr>
              <a:defRPr sz="6750" b="1">
                <a:solidFill>
                  <a:srgbClr val="AE3D2E"/>
                </a:solidFill>
              </a:defRPr>
            </a:lvl7pPr>
            <a:lvl8pPr>
              <a:defRPr sz="6750" b="1">
                <a:solidFill>
                  <a:srgbClr val="AE3D2E"/>
                </a:solidFill>
              </a:defRPr>
            </a:lvl8pPr>
            <a:lvl9pPr>
              <a:defRPr sz="6750" b="1">
                <a:solidFill>
                  <a:srgbClr val="AE3D2E"/>
                </a:solidFill>
              </a:defRPr>
            </a:lvl9pPr>
          </a:lstStyle>
          <a:p xmlns:a="http://schemas.openxmlformats.org/drawingml/2006/main">
            <a:pPr>
              <a:defRPr sz="6750" b="1">
                <a:solidFill>
                  <a:srgbClr val="AE3D2E"/>
                </a:solidFill>
              </a:defRPr>
            </a:pPr>
            <a:r>
              <a:rPr sz="6750" b="1">
                <a:solidFill>
                  <a:srgbClr val="AE3D2E"/>
                </a:solidFill>
              </a:rPr>
              <a:t>烟火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8E25A0-FA8E-4FBB-9B56-04086A80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052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4231F"/>
                </a:solidFill>
              </a:defRPr>
            </a:defPPr>
            <a:lvl1pPr>
              <a:defRPr sz="2550" b="0">
                <a:solidFill>
                  <a:srgbClr val="24231F"/>
                </a:solidFill>
              </a:defRPr>
            </a:lvl1pPr>
            <a:lvl2pPr>
              <a:defRPr sz="2550" b="0">
                <a:solidFill>
                  <a:srgbClr val="24231F"/>
                </a:solidFill>
              </a:defRPr>
            </a:lvl2pPr>
            <a:lvl3pPr>
              <a:defRPr sz="2550" b="0">
                <a:solidFill>
                  <a:srgbClr val="24231F"/>
                </a:solidFill>
              </a:defRPr>
            </a:lvl3pPr>
            <a:lvl4pPr>
              <a:defRPr sz="2550" b="0">
                <a:solidFill>
                  <a:srgbClr val="24231F"/>
                </a:solidFill>
              </a:defRPr>
            </a:lvl4pPr>
            <a:lvl5pPr>
              <a:defRPr sz="2550" b="0">
                <a:solidFill>
                  <a:srgbClr val="24231F"/>
                </a:solidFill>
              </a:defRPr>
            </a:lvl5pPr>
            <a:lvl6pPr>
              <a:defRPr sz="2550" b="0">
                <a:solidFill>
                  <a:srgbClr val="24231F"/>
                </a:solidFill>
              </a:defRPr>
            </a:lvl6pPr>
            <a:lvl7pPr>
              <a:defRPr sz="2550" b="0">
                <a:solidFill>
                  <a:srgbClr val="24231F"/>
                </a:solidFill>
              </a:defRPr>
            </a:lvl7pPr>
            <a:lvl8pPr>
              <a:defRPr sz="2550" b="0">
                <a:solidFill>
                  <a:srgbClr val="24231F"/>
                </a:solidFill>
              </a:defRPr>
            </a:lvl8pPr>
            <a:lvl9pPr>
              <a:defRPr sz="2550" b="0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4231F"/>
                </a:solidFill>
              </a:defRPr>
            </a:pPr>
            <a:r>
              <a:rPr sz="2550" b="0">
                <a:solidFill>
                  <a:srgbClr val="24231F"/>
                </a:solidFill>
              </a:rPr>
              <a:t>瓦檐   布幌   摊铺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E41AC4-A304-457D-B9E9-4367D152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7687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231F"/>
                </a:solidFill>
              </a:defRPr>
            </a:defPPr>
            <a:lvl1pPr>
              <a:defRPr sz="2100" b="0">
                <a:solidFill>
                  <a:srgbClr val="24231F"/>
                </a:solidFill>
              </a:defRPr>
            </a:lvl1pPr>
            <a:lvl2pPr>
              <a:defRPr sz="2100" b="0">
                <a:solidFill>
                  <a:srgbClr val="24231F"/>
                </a:solidFill>
              </a:defRPr>
            </a:lvl2pPr>
            <a:lvl3pPr>
              <a:defRPr sz="2100" b="0">
                <a:solidFill>
                  <a:srgbClr val="24231F"/>
                </a:solidFill>
              </a:defRPr>
            </a:lvl3pPr>
            <a:lvl4pPr>
              <a:defRPr sz="2100" b="0">
                <a:solidFill>
                  <a:srgbClr val="24231F"/>
                </a:solidFill>
              </a:defRPr>
            </a:lvl4pPr>
            <a:lvl5pPr>
              <a:defRPr sz="2100" b="0">
                <a:solidFill>
                  <a:srgbClr val="24231F"/>
                </a:solidFill>
              </a:defRPr>
            </a:lvl5pPr>
            <a:lvl6pPr>
              <a:defRPr sz="2100" b="0">
                <a:solidFill>
                  <a:srgbClr val="24231F"/>
                </a:solidFill>
              </a:defRPr>
            </a:lvl6pPr>
            <a:lvl7pPr>
              <a:defRPr sz="2100" b="0">
                <a:solidFill>
                  <a:srgbClr val="24231F"/>
                </a:solidFill>
              </a:defRPr>
            </a:lvl7pPr>
            <a:lvl8pPr>
              <a:defRPr sz="2100" b="0">
                <a:solidFill>
                  <a:srgbClr val="24231F"/>
                </a:solidFill>
              </a:defRPr>
            </a:lvl8pPr>
            <a:lvl9pPr>
              <a:defRPr sz="2100" b="0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231F"/>
                </a:solidFill>
              </a:defRPr>
            </a:pPr>
            <a:r>
              <a:rPr sz="2100" b="0">
                <a:solidFill>
                  <a:srgbClr val="24231F"/>
                </a:solidFill>
              </a:rPr>
              <a:t>日常器物，进入街巷叙事</a:t>
            </a:r>
          </a:p>
        </p:txBody>
      </p:sp>
    </p:spTree>
    <p:extLst>
      <p:ext uri="{BB962C8B-B14F-4D97-AF65-F5344CB8AC3E}">
        <p14:creationId xmlns:p14="http://schemas.microsoft.com/office/powerpoint/2010/main" val="1537281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C045B-5E12-4F32-A057-27C72619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86F61"/>
                </a:solidFill>
              </a:defRPr>
            </a:defPPr>
            <a:lvl1pPr>
              <a:defRPr sz="1425" b="0">
                <a:solidFill>
                  <a:srgbClr val="786F61"/>
                </a:solidFill>
              </a:defRPr>
            </a:lvl1pPr>
            <a:lvl2pPr>
              <a:defRPr sz="1425" b="0">
                <a:solidFill>
                  <a:srgbClr val="786F61"/>
                </a:solidFill>
              </a:defRPr>
            </a:lvl2pPr>
            <a:lvl3pPr>
              <a:defRPr sz="1425" b="0">
                <a:solidFill>
                  <a:srgbClr val="786F61"/>
                </a:solidFill>
              </a:defRPr>
            </a:lvl3pPr>
            <a:lvl4pPr>
              <a:defRPr sz="1425" b="0">
                <a:solidFill>
                  <a:srgbClr val="786F61"/>
                </a:solidFill>
              </a:defRPr>
            </a:lvl4pPr>
            <a:lvl5pPr>
              <a:defRPr sz="1425" b="0">
                <a:solidFill>
                  <a:srgbClr val="786F61"/>
                </a:solidFill>
              </a:defRPr>
            </a:lvl5pPr>
            <a:lvl6pPr>
              <a:defRPr sz="1425" b="0">
                <a:solidFill>
                  <a:srgbClr val="786F61"/>
                </a:solidFill>
              </a:defRPr>
            </a:lvl6pPr>
            <a:lvl7pPr>
              <a:defRPr sz="1425" b="0">
                <a:solidFill>
                  <a:srgbClr val="786F61"/>
                </a:solidFill>
              </a:defRPr>
            </a:lvl7pPr>
            <a:lvl8pPr>
              <a:defRPr sz="1425" b="0">
                <a:solidFill>
                  <a:srgbClr val="786F61"/>
                </a:solidFill>
              </a:defRPr>
            </a:lvl8pPr>
            <a:lvl9pPr>
              <a:defRPr sz="1425" b="0">
                <a:solidFill>
                  <a:srgbClr val="786F61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86F61"/>
                </a:solidFill>
              </a:defRPr>
            </a:pPr>
            <a:r>
              <a:rPr sz="1425" b="0">
                <a:solidFill>
                  <a:srgbClr val="786F61"/>
                </a:solidFill>
              </a:rPr>
              <a:t>04   /   时间叙事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1C584-7886-496C-9C00-2C001FFA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960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86F61"/>
                </a:solidFill>
              </a:defRPr>
            </a:defPPr>
            <a:lvl1pPr>
              <a:defRPr sz="1350" b="0">
                <a:solidFill>
                  <a:srgbClr val="786F61"/>
                </a:solidFill>
              </a:defRPr>
            </a:lvl1pPr>
            <a:lvl2pPr>
              <a:defRPr sz="1350" b="0">
                <a:solidFill>
                  <a:srgbClr val="786F61"/>
                </a:solidFill>
              </a:defRPr>
            </a:lvl2pPr>
            <a:lvl3pPr>
              <a:defRPr sz="1350" b="0">
                <a:solidFill>
                  <a:srgbClr val="786F61"/>
                </a:solidFill>
              </a:defRPr>
            </a:lvl3pPr>
            <a:lvl4pPr>
              <a:defRPr sz="1350" b="0">
                <a:solidFill>
                  <a:srgbClr val="786F61"/>
                </a:solidFill>
              </a:defRPr>
            </a:lvl4pPr>
            <a:lvl5pPr>
              <a:defRPr sz="1350" b="0">
                <a:solidFill>
                  <a:srgbClr val="786F61"/>
                </a:solidFill>
              </a:defRPr>
            </a:lvl5pPr>
            <a:lvl6pPr>
              <a:defRPr sz="1350" b="0">
                <a:solidFill>
                  <a:srgbClr val="786F61"/>
                </a:solidFill>
              </a:defRPr>
            </a:lvl6pPr>
            <a:lvl7pPr>
              <a:defRPr sz="1350" b="0">
                <a:solidFill>
                  <a:srgbClr val="786F61"/>
                </a:solidFill>
              </a:defRPr>
            </a:lvl7pPr>
            <a:lvl8pPr>
              <a:defRPr sz="1350" b="0">
                <a:solidFill>
                  <a:srgbClr val="786F61"/>
                </a:solidFill>
              </a:defRPr>
            </a:lvl8pPr>
            <a:lvl9pPr>
              <a:defRPr sz="1350" b="0">
                <a:solidFill>
                  <a:srgbClr val="786F6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86F61"/>
                </a:solidFill>
              </a:defRPr>
            </a:pPr>
            <a:r>
              <a:rPr sz="1350" b="0">
                <a:solidFill>
                  <a:srgbClr val="786F61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8EE68-27B0-450D-BE25-61251A74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85825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050" b="1">
                <a:solidFill>
                  <a:srgbClr val="24231F"/>
                </a:solidFill>
              </a:defRPr>
            </a:defPPr>
            <a:lvl1pPr>
              <a:defRPr sz="7050" b="1">
                <a:solidFill>
                  <a:srgbClr val="24231F"/>
                </a:solidFill>
              </a:defRPr>
            </a:lvl1pPr>
            <a:lvl2pPr>
              <a:defRPr sz="7050" b="1">
                <a:solidFill>
                  <a:srgbClr val="24231F"/>
                </a:solidFill>
              </a:defRPr>
            </a:lvl2pPr>
            <a:lvl3pPr>
              <a:defRPr sz="7050" b="1">
                <a:solidFill>
                  <a:srgbClr val="24231F"/>
                </a:solidFill>
              </a:defRPr>
            </a:lvl3pPr>
            <a:lvl4pPr>
              <a:defRPr sz="7050" b="1">
                <a:solidFill>
                  <a:srgbClr val="24231F"/>
                </a:solidFill>
              </a:defRPr>
            </a:lvl4pPr>
            <a:lvl5pPr>
              <a:defRPr sz="7050" b="1">
                <a:solidFill>
                  <a:srgbClr val="24231F"/>
                </a:solidFill>
              </a:defRPr>
            </a:lvl5pPr>
            <a:lvl6pPr>
              <a:defRPr sz="7050" b="1">
                <a:solidFill>
                  <a:srgbClr val="24231F"/>
                </a:solidFill>
              </a:defRPr>
            </a:lvl6pPr>
            <a:lvl7pPr>
              <a:defRPr sz="7050" b="1">
                <a:solidFill>
                  <a:srgbClr val="24231F"/>
                </a:solidFill>
              </a:defRPr>
            </a:lvl7pPr>
            <a:lvl8pPr>
              <a:defRPr sz="7050" b="1">
                <a:solidFill>
                  <a:srgbClr val="24231F"/>
                </a:solidFill>
              </a:defRPr>
            </a:lvl8pPr>
            <a:lvl9pPr>
              <a:defRPr sz="7050" b="1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7050" b="1">
                <a:solidFill>
                  <a:srgbClr val="24231F"/>
                </a:solidFill>
              </a:defRPr>
            </a:pPr>
            <a:r>
              <a:rPr sz="7050" b="1">
                <a:solidFill>
                  <a:srgbClr val="24231F"/>
                </a:solidFill>
              </a:rPr>
              <a:t>一日三市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9C0E0-D4B0-40A6-AB26-28F6791B60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667eddfe04717"/>
          <a:stretch xmlns:a="http://schemas.openxmlformats.org/drawingml/2006/main"/>
        </p:blipFill>
        <p:spPr>
          <a:xfrm xmlns:a="http://schemas.openxmlformats.org/drawingml/2006/main">
            <a:off x="0" y="2239566"/>
            <a:ext cx="4476750" cy="279796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88734-8A1D-4CE6-89F8-84EE53BE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9675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24231F"/>
                </a:solidFill>
              </a:defRPr>
            </a:defPPr>
            <a:lvl1pPr>
              <a:defRPr sz="4500" b="1">
                <a:solidFill>
                  <a:srgbClr val="24231F"/>
                </a:solidFill>
              </a:defRPr>
            </a:lvl1pPr>
            <a:lvl2pPr>
              <a:defRPr sz="4500" b="1">
                <a:solidFill>
                  <a:srgbClr val="24231F"/>
                </a:solidFill>
              </a:defRPr>
            </a:lvl2pPr>
            <a:lvl3pPr>
              <a:defRPr sz="4500" b="1">
                <a:solidFill>
                  <a:srgbClr val="24231F"/>
                </a:solidFill>
              </a:defRPr>
            </a:lvl3pPr>
            <a:lvl4pPr>
              <a:defRPr sz="4500" b="1">
                <a:solidFill>
                  <a:srgbClr val="24231F"/>
                </a:solidFill>
              </a:defRPr>
            </a:lvl4pPr>
            <a:lvl5pPr>
              <a:defRPr sz="4500" b="1">
                <a:solidFill>
                  <a:srgbClr val="24231F"/>
                </a:solidFill>
              </a:defRPr>
            </a:lvl5pPr>
            <a:lvl6pPr>
              <a:defRPr sz="4500" b="1">
                <a:solidFill>
                  <a:srgbClr val="24231F"/>
                </a:solidFill>
              </a:defRPr>
            </a:lvl6pPr>
            <a:lvl7pPr>
              <a:defRPr sz="4500" b="1">
                <a:solidFill>
                  <a:srgbClr val="24231F"/>
                </a:solidFill>
              </a:defRPr>
            </a:lvl7pPr>
            <a:lvl8pPr>
              <a:defRPr sz="4500" b="1">
                <a:solidFill>
                  <a:srgbClr val="24231F"/>
                </a:solidFill>
              </a:defRPr>
            </a:lvl8pPr>
            <a:lvl9pPr>
              <a:defRPr sz="4500" b="1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24231F"/>
                </a:solidFill>
              </a:defRPr>
            </a:pPr>
            <a:r>
              <a:rPr sz="4500" b="1">
                <a:solidFill>
                  <a:srgbClr val="24231F"/>
                </a:solidFill>
              </a:rPr>
              <a:t>晨起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B8C4BE-342C-4A16-815C-2B7127D5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483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231F"/>
                </a:solidFill>
              </a:defRPr>
            </a:defPPr>
            <a:lvl1pPr>
              <a:defRPr sz="2100" b="0">
                <a:solidFill>
                  <a:srgbClr val="24231F"/>
                </a:solidFill>
              </a:defRPr>
            </a:lvl1pPr>
            <a:lvl2pPr>
              <a:defRPr sz="2100" b="0">
                <a:solidFill>
                  <a:srgbClr val="24231F"/>
                </a:solidFill>
              </a:defRPr>
            </a:lvl2pPr>
            <a:lvl3pPr>
              <a:defRPr sz="2100" b="0">
                <a:solidFill>
                  <a:srgbClr val="24231F"/>
                </a:solidFill>
              </a:defRPr>
            </a:lvl3pPr>
            <a:lvl4pPr>
              <a:defRPr sz="2100" b="0">
                <a:solidFill>
                  <a:srgbClr val="24231F"/>
                </a:solidFill>
              </a:defRPr>
            </a:lvl4pPr>
            <a:lvl5pPr>
              <a:defRPr sz="2100" b="0">
                <a:solidFill>
                  <a:srgbClr val="24231F"/>
                </a:solidFill>
              </a:defRPr>
            </a:lvl5pPr>
            <a:lvl6pPr>
              <a:defRPr sz="2100" b="0">
                <a:solidFill>
                  <a:srgbClr val="24231F"/>
                </a:solidFill>
              </a:defRPr>
            </a:lvl6pPr>
            <a:lvl7pPr>
              <a:defRPr sz="2100" b="0">
                <a:solidFill>
                  <a:srgbClr val="24231F"/>
                </a:solidFill>
              </a:defRPr>
            </a:lvl7pPr>
            <a:lvl8pPr>
              <a:defRPr sz="2100" b="0">
                <a:solidFill>
                  <a:srgbClr val="24231F"/>
                </a:solidFill>
              </a:defRPr>
            </a:lvl8pPr>
            <a:lvl9pPr>
              <a:defRPr sz="2100" b="0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231F"/>
                </a:solidFill>
              </a:defRPr>
            </a:pPr>
            <a:r>
              <a:rPr sz="2100" b="0">
                <a:solidFill>
                  <a:srgbClr val="24231F"/>
                </a:solidFill>
              </a:rPr>
              <a:t>茶与早点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BDD4C-EAFF-433A-899B-AFE033F2AC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46b0f8d5b6435d"/>
          <a:stretch xmlns:a="http://schemas.openxmlformats.org/drawingml/2006/main"/>
        </p:blipFill>
        <p:spPr>
          <a:xfrm xmlns:a="http://schemas.openxmlformats.org/drawingml/2006/main">
            <a:off x="3905250" y="2239566"/>
            <a:ext cx="4476750" cy="279796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4C8403-1DEC-43F5-A313-EAE1C3B9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19675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24231F"/>
                </a:solidFill>
              </a:defRPr>
            </a:defPPr>
            <a:lvl1pPr>
              <a:defRPr sz="4500" b="1">
                <a:solidFill>
                  <a:srgbClr val="24231F"/>
                </a:solidFill>
              </a:defRPr>
            </a:lvl1pPr>
            <a:lvl2pPr>
              <a:defRPr sz="4500" b="1">
                <a:solidFill>
                  <a:srgbClr val="24231F"/>
                </a:solidFill>
              </a:defRPr>
            </a:lvl2pPr>
            <a:lvl3pPr>
              <a:defRPr sz="4500" b="1">
                <a:solidFill>
                  <a:srgbClr val="24231F"/>
                </a:solidFill>
              </a:defRPr>
            </a:lvl3pPr>
            <a:lvl4pPr>
              <a:defRPr sz="4500" b="1">
                <a:solidFill>
                  <a:srgbClr val="24231F"/>
                </a:solidFill>
              </a:defRPr>
            </a:lvl4pPr>
            <a:lvl5pPr>
              <a:defRPr sz="4500" b="1">
                <a:solidFill>
                  <a:srgbClr val="24231F"/>
                </a:solidFill>
              </a:defRPr>
            </a:lvl5pPr>
            <a:lvl6pPr>
              <a:defRPr sz="4500" b="1">
                <a:solidFill>
                  <a:srgbClr val="24231F"/>
                </a:solidFill>
              </a:defRPr>
            </a:lvl6pPr>
            <a:lvl7pPr>
              <a:defRPr sz="4500" b="1">
                <a:solidFill>
                  <a:srgbClr val="24231F"/>
                </a:solidFill>
              </a:defRPr>
            </a:lvl7pPr>
            <a:lvl8pPr>
              <a:defRPr sz="4500" b="1">
                <a:solidFill>
                  <a:srgbClr val="24231F"/>
                </a:solidFill>
              </a:defRPr>
            </a:lvl8pPr>
            <a:lvl9pPr>
              <a:defRPr sz="4500" b="1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24231F"/>
                </a:solidFill>
              </a:defRPr>
            </a:pPr>
            <a:r>
              <a:rPr sz="4500" b="1">
                <a:solidFill>
                  <a:srgbClr val="24231F"/>
                </a:solidFill>
              </a:rPr>
              <a:t>午游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A8A17-2BC0-499E-8A35-767A8212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8483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231F"/>
                </a:solidFill>
              </a:defRPr>
            </a:defPPr>
            <a:lvl1pPr>
              <a:defRPr sz="2100" b="0">
                <a:solidFill>
                  <a:srgbClr val="24231F"/>
                </a:solidFill>
              </a:defRPr>
            </a:lvl1pPr>
            <a:lvl2pPr>
              <a:defRPr sz="2100" b="0">
                <a:solidFill>
                  <a:srgbClr val="24231F"/>
                </a:solidFill>
              </a:defRPr>
            </a:lvl2pPr>
            <a:lvl3pPr>
              <a:defRPr sz="2100" b="0">
                <a:solidFill>
                  <a:srgbClr val="24231F"/>
                </a:solidFill>
              </a:defRPr>
            </a:lvl3pPr>
            <a:lvl4pPr>
              <a:defRPr sz="2100" b="0">
                <a:solidFill>
                  <a:srgbClr val="24231F"/>
                </a:solidFill>
              </a:defRPr>
            </a:lvl4pPr>
            <a:lvl5pPr>
              <a:defRPr sz="2100" b="0">
                <a:solidFill>
                  <a:srgbClr val="24231F"/>
                </a:solidFill>
              </a:defRPr>
            </a:lvl5pPr>
            <a:lvl6pPr>
              <a:defRPr sz="2100" b="0">
                <a:solidFill>
                  <a:srgbClr val="24231F"/>
                </a:solidFill>
              </a:defRPr>
            </a:lvl6pPr>
            <a:lvl7pPr>
              <a:defRPr sz="2100" b="0">
                <a:solidFill>
                  <a:srgbClr val="24231F"/>
                </a:solidFill>
              </a:defRPr>
            </a:lvl7pPr>
            <a:lvl8pPr>
              <a:defRPr sz="2100" b="0">
                <a:solidFill>
                  <a:srgbClr val="24231F"/>
                </a:solidFill>
              </a:defRPr>
            </a:lvl8pPr>
            <a:lvl9pPr>
              <a:defRPr sz="2100" b="0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231F"/>
                </a:solidFill>
              </a:defRPr>
            </a:pPr>
            <a:r>
              <a:rPr sz="2100" b="0">
                <a:solidFill>
                  <a:srgbClr val="24231F"/>
                </a:solidFill>
              </a:rPr>
              <a:t>扇与杂货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7362EE-1BC3-4E0E-9E8B-B16F4B60BE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36fa7b59194bb6"/>
          <a:stretch xmlns:a="http://schemas.openxmlformats.org/drawingml/2006/main"/>
        </p:blipFill>
        <p:spPr>
          <a:xfrm xmlns:a="http://schemas.openxmlformats.org/drawingml/2006/main">
            <a:off x="7810500" y="2239566"/>
            <a:ext cx="4476750" cy="2797969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EC163-ADF0-4C6B-889B-A33DDF79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19675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AE3D2E"/>
                </a:solidFill>
              </a:defRPr>
            </a:defPPr>
            <a:lvl1pPr>
              <a:defRPr sz="4500" b="1">
                <a:solidFill>
                  <a:srgbClr val="AE3D2E"/>
                </a:solidFill>
              </a:defRPr>
            </a:lvl1pPr>
            <a:lvl2pPr>
              <a:defRPr sz="4500" b="1">
                <a:solidFill>
                  <a:srgbClr val="AE3D2E"/>
                </a:solidFill>
              </a:defRPr>
            </a:lvl2pPr>
            <a:lvl3pPr>
              <a:defRPr sz="4500" b="1">
                <a:solidFill>
                  <a:srgbClr val="AE3D2E"/>
                </a:solidFill>
              </a:defRPr>
            </a:lvl3pPr>
            <a:lvl4pPr>
              <a:defRPr sz="4500" b="1">
                <a:solidFill>
                  <a:srgbClr val="AE3D2E"/>
                </a:solidFill>
              </a:defRPr>
            </a:lvl4pPr>
            <a:lvl5pPr>
              <a:defRPr sz="4500" b="1">
                <a:solidFill>
                  <a:srgbClr val="AE3D2E"/>
                </a:solidFill>
              </a:defRPr>
            </a:lvl5pPr>
            <a:lvl6pPr>
              <a:defRPr sz="4500" b="1">
                <a:solidFill>
                  <a:srgbClr val="AE3D2E"/>
                </a:solidFill>
              </a:defRPr>
            </a:lvl6pPr>
            <a:lvl7pPr>
              <a:defRPr sz="4500" b="1">
                <a:solidFill>
                  <a:srgbClr val="AE3D2E"/>
                </a:solidFill>
              </a:defRPr>
            </a:lvl7pPr>
            <a:lvl8pPr>
              <a:defRPr sz="4500" b="1">
                <a:solidFill>
                  <a:srgbClr val="AE3D2E"/>
                </a:solidFill>
              </a:defRPr>
            </a:lvl8pPr>
            <a:lvl9pPr>
              <a:defRPr sz="4500" b="1">
                <a:solidFill>
                  <a:srgbClr val="AE3D2E"/>
                </a:solidFill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AE3D2E"/>
                </a:solidFill>
              </a:defRPr>
            </a:pPr>
            <a:r>
              <a:rPr sz="4500" b="1">
                <a:solidFill>
                  <a:srgbClr val="AE3D2E"/>
                </a:solidFill>
              </a:rPr>
              <a:t>夜赏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CEDCBC-F8FB-4857-A65D-F6755BAE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8483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231F"/>
                </a:solidFill>
              </a:defRPr>
            </a:defPPr>
            <a:lvl1pPr>
              <a:defRPr sz="2100" b="0">
                <a:solidFill>
                  <a:srgbClr val="24231F"/>
                </a:solidFill>
              </a:defRPr>
            </a:lvl1pPr>
            <a:lvl2pPr>
              <a:defRPr sz="2100" b="0">
                <a:solidFill>
                  <a:srgbClr val="24231F"/>
                </a:solidFill>
              </a:defRPr>
            </a:lvl2pPr>
            <a:lvl3pPr>
              <a:defRPr sz="2100" b="0">
                <a:solidFill>
                  <a:srgbClr val="24231F"/>
                </a:solidFill>
              </a:defRPr>
            </a:lvl3pPr>
            <a:lvl4pPr>
              <a:defRPr sz="2100" b="0">
                <a:solidFill>
                  <a:srgbClr val="24231F"/>
                </a:solidFill>
              </a:defRPr>
            </a:lvl4pPr>
            <a:lvl5pPr>
              <a:defRPr sz="2100" b="0">
                <a:solidFill>
                  <a:srgbClr val="24231F"/>
                </a:solidFill>
              </a:defRPr>
            </a:lvl5pPr>
            <a:lvl6pPr>
              <a:defRPr sz="2100" b="0">
                <a:solidFill>
                  <a:srgbClr val="24231F"/>
                </a:solidFill>
              </a:defRPr>
            </a:lvl6pPr>
            <a:lvl7pPr>
              <a:defRPr sz="2100" b="0">
                <a:solidFill>
                  <a:srgbClr val="24231F"/>
                </a:solidFill>
              </a:defRPr>
            </a:lvl7pPr>
            <a:lvl8pPr>
              <a:defRPr sz="2100" b="0">
                <a:solidFill>
                  <a:srgbClr val="24231F"/>
                </a:solidFill>
              </a:defRPr>
            </a:lvl8pPr>
            <a:lvl9pPr>
              <a:defRPr sz="2100" b="0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231F"/>
                </a:solidFill>
              </a:defRPr>
            </a:pPr>
            <a:r>
              <a:rPr sz="2100" b="0">
                <a:solidFill>
                  <a:srgbClr val="24231F"/>
                </a:solidFill>
              </a:rPr>
              <a:t>灯与器物</a:t>
            </a:r>
          </a:p>
        </p:txBody>
      </p:sp>
    </p:spTree>
    <p:extLst>
      <p:ext uri="{BB962C8B-B14F-4D97-AF65-F5344CB8AC3E}">
        <p14:creationId xmlns:p14="http://schemas.microsoft.com/office/powerpoint/2010/main" val="18716648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6460F-189B-456C-8C34-F75D9C26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86F61"/>
                </a:solidFill>
              </a:defRPr>
            </a:defPPr>
            <a:lvl1pPr>
              <a:defRPr sz="1425" b="0">
                <a:solidFill>
                  <a:srgbClr val="786F61"/>
                </a:solidFill>
              </a:defRPr>
            </a:lvl1pPr>
            <a:lvl2pPr>
              <a:defRPr sz="1425" b="0">
                <a:solidFill>
                  <a:srgbClr val="786F61"/>
                </a:solidFill>
              </a:defRPr>
            </a:lvl2pPr>
            <a:lvl3pPr>
              <a:defRPr sz="1425" b="0">
                <a:solidFill>
                  <a:srgbClr val="786F61"/>
                </a:solidFill>
              </a:defRPr>
            </a:lvl3pPr>
            <a:lvl4pPr>
              <a:defRPr sz="1425" b="0">
                <a:solidFill>
                  <a:srgbClr val="786F61"/>
                </a:solidFill>
              </a:defRPr>
            </a:lvl4pPr>
            <a:lvl5pPr>
              <a:defRPr sz="1425" b="0">
                <a:solidFill>
                  <a:srgbClr val="786F61"/>
                </a:solidFill>
              </a:defRPr>
            </a:lvl5pPr>
            <a:lvl6pPr>
              <a:defRPr sz="1425" b="0">
                <a:solidFill>
                  <a:srgbClr val="786F61"/>
                </a:solidFill>
              </a:defRPr>
            </a:lvl6pPr>
            <a:lvl7pPr>
              <a:defRPr sz="1425" b="0">
                <a:solidFill>
                  <a:srgbClr val="786F61"/>
                </a:solidFill>
              </a:defRPr>
            </a:lvl7pPr>
            <a:lvl8pPr>
              <a:defRPr sz="1425" b="0">
                <a:solidFill>
                  <a:srgbClr val="786F61"/>
                </a:solidFill>
              </a:defRPr>
            </a:lvl8pPr>
            <a:lvl9pPr>
              <a:defRPr sz="1425" b="0">
                <a:solidFill>
                  <a:srgbClr val="786F61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86F61"/>
                </a:solidFill>
              </a:defRPr>
            </a:pPr>
            <a:r>
              <a:rPr sz="1425" b="0">
                <a:solidFill>
                  <a:srgbClr val="786F61"/>
                </a:solidFill>
              </a:rPr>
              <a:t>05   /   空间组织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47F7C-B8E6-49E3-B912-627C3E79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960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86F61"/>
                </a:solidFill>
              </a:defRPr>
            </a:defPPr>
            <a:lvl1pPr>
              <a:defRPr sz="1350" b="0">
                <a:solidFill>
                  <a:srgbClr val="786F61"/>
                </a:solidFill>
              </a:defRPr>
            </a:lvl1pPr>
            <a:lvl2pPr>
              <a:defRPr sz="1350" b="0">
                <a:solidFill>
                  <a:srgbClr val="786F61"/>
                </a:solidFill>
              </a:defRPr>
            </a:lvl2pPr>
            <a:lvl3pPr>
              <a:defRPr sz="1350" b="0">
                <a:solidFill>
                  <a:srgbClr val="786F61"/>
                </a:solidFill>
              </a:defRPr>
            </a:lvl3pPr>
            <a:lvl4pPr>
              <a:defRPr sz="1350" b="0">
                <a:solidFill>
                  <a:srgbClr val="786F61"/>
                </a:solidFill>
              </a:defRPr>
            </a:lvl4pPr>
            <a:lvl5pPr>
              <a:defRPr sz="1350" b="0">
                <a:solidFill>
                  <a:srgbClr val="786F61"/>
                </a:solidFill>
              </a:defRPr>
            </a:lvl5pPr>
            <a:lvl6pPr>
              <a:defRPr sz="1350" b="0">
                <a:solidFill>
                  <a:srgbClr val="786F61"/>
                </a:solidFill>
              </a:defRPr>
            </a:lvl6pPr>
            <a:lvl7pPr>
              <a:defRPr sz="1350" b="0">
                <a:solidFill>
                  <a:srgbClr val="786F61"/>
                </a:solidFill>
              </a:defRPr>
            </a:lvl7pPr>
            <a:lvl8pPr>
              <a:defRPr sz="1350" b="0">
                <a:solidFill>
                  <a:srgbClr val="786F61"/>
                </a:solidFill>
              </a:defRPr>
            </a:lvl8pPr>
            <a:lvl9pPr>
              <a:defRPr sz="1350" b="0">
                <a:solidFill>
                  <a:srgbClr val="786F6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86F61"/>
                </a:solidFill>
              </a:defRPr>
            </a:pPr>
            <a:r>
              <a:rPr sz="1350" b="0">
                <a:solidFill>
                  <a:srgbClr val="786F61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39976-3C50-418F-B4FB-9E9F826F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4875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24231F"/>
                </a:solidFill>
              </a:defRPr>
            </a:defPPr>
            <a:lvl1pPr>
              <a:defRPr sz="5700" b="1">
                <a:solidFill>
                  <a:srgbClr val="24231F"/>
                </a:solidFill>
              </a:defRPr>
            </a:lvl1pPr>
            <a:lvl2pPr>
              <a:defRPr sz="5700" b="1">
                <a:solidFill>
                  <a:srgbClr val="24231F"/>
                </a:solidFill>
              </a:defRPr>
            </a:lvl2pPr>
            <a:lvl3pPr>
              <a:defRPr sz="5700" b="1">
                <a:solidFill>
                  <a:srgbClr val="24231F"/>
                </a:solidFill>
              </a:defRPr>
            </a:lvl3pPr>
            <a:lvl4pPr>
              <a:defRPr sz="5700" b="1">
                <a:solidFill>
                  <a:srgbClr val="24231F"/>
                </a:solidFill>
              </a:defRPr>
            </a:lvl4pPr>
            <a:lvl5pPr>
              <a:defRPr sz="5700" b="1">
                <a:solidFill>
                  <a:srgbClr val="24231F"/>
                </a:solidFill>
              </a:defRPr>
            </a:lvl5pPr>
            <a:lvl6pPr>
              <a:defRPr sz="5700" b="1">
                <a:solidFill>
                  <a:srgbClr val="24231F"/>
                </a:solidFill>
              </a:defRPr>
            </a:lvl6pPr>
            <a:lvl7pPr>
              <a:defRPr sz="5700" b="1">
                <a:solidFill>
                  <a:srgbClr val="24231F"/>
                </a:solidFill>
              </a:defRPr>
            </a:lvl7pPr>
            <a:lvl8pPr>
              <a:defRPr sz="5700" b="1">
                <a:solidFill>
                  <a:srgbClr val="24231F"/>
                </a:solidFill>
              </a:defRPr>
            </a:lvl8pPr>
            <a:lvl9pPr>
              <a:defRPr sz="5700" b="1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24231F"/>
                </a:solidFill>
              </a:defRPr>
            </a:pPr>
            <a:r>
              <a:rPr sz="5700" b="1">
                <a:solidFill>
                  <a:srgbClr val="24231F"/>
                </a:solidFill>
              </a:rPr>
              <a:t>入市 · 逛街 · 停留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D9DD5-0A1B-4080-A311-06274C8153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7308f2865f4888"/>
          <a:srcRect xmlns:a="http://schemas.openxmlformats.org/drawingml/2006/main" l="0" t="6216" r="0" b="62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0" y="2209800"/>
            <a:ext cx="7048500" cy="3857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9DD09-3166-4B57-B091-0887B2C8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47925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0">
                <a:solidFill>
                  <a:srgbClr val="AE3D2E"/>
                </a:solidFill>
              </a:defRPr>
            </a:defPPr>
            <a:lvl1pPr>
              <a:defRPr sz="4050" b="0">
                <a:solidFill>
                  <a:srgbClr val="AE3D2E"/>
                </a:solidFill>
              </a:defRPr>
            </a:lvl1pPr>
            <a:lvl2pPr>
              <a:defRPr sz="4050" b="0">
                <a:solidFill>
                  <a:srgbClr val="AE3D2E"/>
                </a:solidFill>
              </a:defRPr>
            </a:lvl2pPr>
            <a:lvl3pPr>
              <a:defRPr sz="4050" b="0">
                <a:solidFill>
                  <a:srgbClr val="AE3D2E"/>
                </a:solidFill>
              </a:defRPr>
            </a:lvl3pPr>
            <a:lvl4pPr>
              <a:defRPr sz="4050" b="0">
                <a:solidFill>
                  <a:srgbClr val="AE3D2E"/>
                </a:solidFill>
              </a:defRPr>
            </a:lvl4pPr>
            <a:lvl5pPr>
              <a:defRPr sz="4050" b="0">
                <a:solidFill>
                  <a:srgbClr val="AE3D2E"/>
                </a:solidFill>
              </a:defRPr>
            </a:lvl5pPr>
            <a:lvl6pPr>
              <a:defRPr sz="4050" b="0">
                <a:solidFill>
                  <a:srgbClr val="AE3D2E"/>
                </a:solidFill>
              </a:defRPr>
            </a:lvl6pPr>
            <a:lvl7pPr>
              <a:defRPr sz="4050" b="0">
                <a:solidFill>
                  <a:srgbClr val="AE3D2E"/>
                </a:solidFill>
              </a:defRPr>
            </a:lvl7pPr>
            <a:lvl8pPr>
              <a:defRPr sz="4050" b="0">
                <a:solidFill>
                  <a:srgbClr val="AE3D2E"/>
                </a:solidFill>
              </a:defRPr>
            </a:lvl8pPr>
            <a:lvl9pPr>
              <a:defRPr sz="4050" b="0">
                <a:solidFill>
                  <a:srgbClr val="AE3D2E"/>
                </a:solidFill>
              </a:defRPr>
            </a:lvl9pPr>
          </a:lstStyle>
          <a:p xmlns:a="http://schemas.openxmlformats.org/drawingml/2006/main">
            <a:pPr>
              <a:defRPr sz="4050" b="0">
                <a:solidFill>
                  <a:srgbClr val="AE3D2E"/>
                </a:solidFill>
              </a:defRPr>
            </a:pPr>
            <a:r>
              <a:rPr sz="4050" b="0">
                <a:solidFill>
                  <a:srgbClr val="AE3D2E"/>
                </a:solidFill>
              </a:rPr>
              <a:t>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ABD344-BAA4-4EE2-8071-B27D0AE2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95675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0">
                <a:solidFill>
                  <a:srgbClr val="24231F"/>
                </a:solidFill>
              </a:defRPr>
            </a:defPPr>
            <a:lvl1pPr>
              <a:defRPr sz="4050" b="0">
                <a:solidFill>
                  <a:srgbClr val="24231F"/>
                </a:solidFill>
              </a:defRPr>
            </a:lvl1pPr>
            <a:lvl2pPr>
              <a:defRPr sz="4050" b="0">
                <a:solidFill>
                  <a:srgbClr val="24231F"/>
                </a:solidFill>
              </a:defRPr>
            </a:lvl2pPr>
            <a:lvl3pPr>
              <a:defRPr sz="4050" b="0">
                <a:solidFill>
                  <a:srgbClr val="24231F"/>
                </a:solidFill>
              </a:defRPr>
            </a:lvl3pPr>
            <a:lvl4pPr>
              <a:defRPr sz="4050" b="0">
                <a:solidFill>
                  <a:srgbClr val="24231F"/>
                </a:solidFill>
              </a:defRPr>
            </a:lvl4pPr>
            <a:lvl5pPr>
              <a:defRPr sz="4050" b="0">
                <a:solidFill>
                  <a:srgbClr val="24231F"/>
                </a:solidFill>
              </a:defRPr>
            </a:lvl5pPr>
            <a:lvl6pPr>
              <a:defRPr sz="4050" b="0">
                <a:solidFill>
                  <a:srgbClr val="24231F"/>
                </a:solidFill>
              </a:defRPr>
            </a:lvl6pPr>
            <a:lvl7pPr>
              <a:defRPr sz="4050" b="0">
                <a:solidFill>
                  <a:srgbClr val="24231F"/>
                </a:solidFill>
              </a:defRPr>
            </a:lvl7pPr>
            <a:lvl8pPr>
              <a:defRPr sz="4050" b="0">
                <a:solidFill>
                  <a:srgbClr val="24231F"/>
                </a:solidFill>
              </a:defRPr>
            </a:lvl8pPr>
            <a:lvl9pPr>
              <a:defRPr sz="4050" b="0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4050" b="0">
                <a:solidFill>
                  <a:srgbClr val="24231F"/>
                </a:solidFill>
              </a:defRPr>
            </a:pPr>
            <a:r>
              <a:rPr sz="4050" b="0">
                <a:solidFill>
                  <a:srgbClr val="24231F"/>
                </a:solidFill>
              </a:rPr>
              <a:t>街巷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2762B-7C09-428A-B4BC-73205A74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43425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0">
                <a:solidFill>
                  <a:srgbClr val="24231F"/>
                </a:solidFill>
              </a:defRPr>
            </a:defPPr>
            <a:lvl1pPr>
              <a:defRPr sz="4050" b="0">
                <a:solidFill>
                  <a:srgbClr val="24231F"/>
                </a:solidFill>
              </a:defRPr>
            </a:lvl1pPr>
            <a:lvl2pPr>
              <a:defRPr sz="4050" b="0">
                <a:solidFill>
                  <a:srgbClr val="24231F"/>
                </a:solidFill>
              </a:defRPr>
            </a:lvl2pPr>
            <a:lvl3pPr>
              <a:defRPr sz="4050" b="0">
                <a:solidFill>
                  <a:srgbClr val="24231F"/>
                </a:solidFill>
              </a:defRPr>
            </a:lvl3pPr>
            <a:lvl4pPr>
              <a:defRPr sz="4050" b="0">
                <a:solidFill>
                  <a:srgbClr val="24231F"/>
                </a:solidFill>
              </a:defRPr>
            </a:lvl4pPr>
            <a:lvl5pPr>
              <a:defRPr sz="4050" b="0">
                <a:solidFill>
                  <a:srgbClr val="24231F"/>
                </a:solidFill>
              </a:defRPr>
            </a:lvl5pPr>
            <a:lvl6pPr>
              <a:defRPr sz="4050" b="0">
                <a:solidFill>
                  <a:srgbClr val="24231F"/>
                </a:solidFill>
              </a:defRPr>
            </a:lvl6pPr>
            <a:lvl7pPr>
              <a:defRPr sz="4050" b="0">
                <a:solidFill>
                  <a:srgbClr val="24231F"/>
                </a:solidFill>
              </a:defRPr>
            </a:lvl7pPr>
            <a:lvl8pPr>
              <a:defRPr sz="4050" b="0">
                <a:solidFill>
                  <a:srgbClr val="24231F"/>
                </a:solidFill>
              </a:defRPr>
            </a:lvl8pPr>
            <a:lvl9pPr>
              <a:defRPr sz="4050" b="0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4050" b="0">
                <a:solidFill>
                  <a:srgbClr val="24231F"/>
                </a:solidFill>
              </a:defRPr>
            </a:pPr>
            <a:r>
              <a:rPr sz="4050" b="0">
                <a:solidFill>
                  <a:srgbClr val="24231F"/>
                </a:solidFill>
              </a:rPr>
              <a:t>摊位</a:t>
            </a:r>
          </a:p>
        </p:txBody>
      </p:sp>
    </p:spTree>
    <p:extLst>
      <p:ext uri="{BB962C8B-B14F-4D97-AF65-F5344CB8AC3E}">
        <p14:creationId xmlns:p14="http://schemas.microsoft.com/office/powerpoint/2010/main" val="5311710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21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1CFB9-307F-4DE6-A978-25009FA0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D8C6A7"/>
                </a:solidFill>
              </a:defRPr>
            </a:defPPr>
            <a:lvl1pPr>
              <a:defRPr sz="1425" b="0">
                <a:solidFill>
                  <a:srgbClr val="D8C6A7"/>
                </a:solidFill>
              </a:defRPr>
            </a:lvl1pPr>
            <a:lvl2pPr>
              <a:defRPr sz="1425" b="0">
                <a:solidFill>
                  <a:srgbClr val="D8C6A7"/>
                </a:solidFill>
              </a:defRPr>
            </a:lvl2pPr>
            <a:lvl3pPr>
              <a:defRPr sz="1425" b="0">
                <a:solidFill>
                  <a:srgbClr val="D8C6A7"/>
                </a:solidFill>
              </a:defRPr>
            </a:lvl3pPr>
            <a:lvl4pPr>
              <a:defRPr sz="1425" b="0">
                <a:solidFill>
                  <a:srgbClr val="D8C6A7"/>
                </a:solidFill>
              </a:defRPr>
            </a:lvl4pPr>
            <a:lvl5pPr>
              <a:defRPr sz="1425" b="0">
                <a:solidFill>
                  <a:srgbClr val="D8C6A7"/>
                </a:solidFill>
              </a:defRPr>
            </a:lvl5pPr>
            <a:lvl6pPr>
              <a:defRPr sz="1425" b="0">
                <a:solidFill>
                  <a:srgbClr val="D8C6A7"/>
                </a:solidFill>
              </a:defRPr>
            </a:lvl6pPr>
            <a:lvl7pPr>
              <a:defRPr sz="1425" b="0">
                <a:solidFill>
                  <a:srgbClr val="D8C6A7"/>
                </a:solidFill>
              </a:defRPr>
            </a:lvl7pPr>
            <a:lvl8pPr>
              <a:defRPr sz="1425" b="0">
                <a:solidFill>
                  <a:srgbClr val="D8C6A7"/>
                </a:solidFill>
              </a:defRPr>
            </a:lvl8pPr>
            <a:lvl9pPr>
              <a:defRPr sz="1425" b="0">
                <a:solidFill>
                  <a:srgbClr val="D8C6A7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8C6A7"/>
                </a:solidFill>
              </a:defRPr>
            </a:pPr>
            <a:r>
              <a:rPr sz="1425" b="0">
                <a:solidFill>
                  <a:srgbClr val="D8C6A7"/>
                </a:solidFill>
              </a:rPr>
              <a:t>06   /   灯光氛围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D728E-6BA1-4FCF-ABB5-791378F7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960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D8C6A7"/>
                </a:solidFill>
              </a:defRPr>
            </a:defPPr>
            <a:lvl1pPr>
              <a:defRPr sz="1350" b="0">
                <a:solidFill>
                  <a:srgbClr val="D8C6A7"/>
                </a:solidFill>
              </a:defRPr>
            </a:lvl1pPr>
            <a:lvl2pPr>
              <a:defRPr sz="1350" b="0">
                <a:solidFill>
                  <a:srgbClr val="D8C6A7"/>
                </a:solidFill>
              </a:defRPr>
            </a:lvl2pPr>
            <a:lvl3pPr>
              <a:defRPr sz="1350" b="0">
                <a:solidFill>
                  <a:srgbClr val="D8C6A7"/>
                </a:solidFill>
              </a:defRPr>
            </a:lvl3pPr>
            <a:lvl4pPr>
              <a:defRPr sz="1350" b="0">
                <a:solidFill>
                  <a:srgbClr val="D8C6A7"/>
                </a:solidFill>
              </a:defRPr>
            </a:lvl4pPr>
            <a:lvl5pPr>
              <a:defRPr sz="1350" b="0">
                <a:solidFill>
                  <a:srgbClr val="D8C6A7"/>
                </a:solidFill>
              </a:defRPr>
            </a:lvl5pPr>
            <a:lvl6pPr>
              <a:defRPr sz="1350" b="0">
                <a:solidFill>
                  <a:srgbClr val="D8C6A7"/>
                </a:solidFill>
              </a:defRPr>
            </a:lvl6pPr>
            <a:lvl7pPr>
              <a:defRPr sz="1350" b="0">
                <a:solidFill>
                  <a:srgbClr val="D8C6A7"/>
                </a:solidFill>
              </a:defRPr>
            </a:lvl7pPr>
            <a:lvl8pPr>
              <a:defRPr sz="1350" b="0">
                <a:solidFill>
                  <a:srgbClr val="D8C6A7"/>
                </a:solidFill>
              </a:defRPr>
            </a:lvl8pPr>
            <a:lvl9pPr>
              <a:defRPr sz="1350" b="0">
                <a:solidFill>
                  <a:srgbClr val="D8C6A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D8C6A7"/>
                </a:solidFill>
              </a:defRPr>
            </a:pPr>
            <a:r>
              <a:rPr sz="1350" b="0">
                <a:solidFill>
                  <a:srgbClr val="D8C6A7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6B33B-6A4C-48DC-A5C5-E9DF6C6E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4875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200" b="1">
                <a:solidFill>
                  <a:srgbClr val="F2EBDD"/>
                </a:solidFill>
              </a:defRPr>
            </a:defPPr>
            <a:lvl1pPr>
              <a:defRPr sz="7200" b="1">
                <a:solidFill>
                  <a:srgbClr val="F2EBDD"/>
                </a:solidFill>
              </a:defRPr>
            </a:lvl1pPr>
            <a:lvl2pPr>
              <a:defRPr sz="7200" b="1">
                <a:solidFill>
                  <a:srgbClr val="F2EBDD"/>
                </a:solidFill>
              </a:defRPr>
            </a:lvl2pPr>
            <a:lvl3pPr>
              <a:defRPr sz="7200" b="1">
                <a:solidFill>
                  <a:srgbClr val="F2EBDD"/>
                </a:solidFill>
              </a:defRPr>
            </a:lvl3pPr>
            <a:lvl4pPr>
              <a:defRPr sz="7200" b="1">
                <a:solidFill>
                  <a:srgbClr val="F2EBDD"/>
                </a:solidFill>
              </a:defRPr>
            </a:lvl4pPr>
            <a:lvl5pPr>
              <a:defRPr sz="7200" b="1">
                <a:solidFill>
                  <a:srgbClr val="F2EBDD"/>
                </a:solidFill>
              </a:defRPr>
            </a:lvl5pPr>
            <a:lvl6pPr>
              <a:defRPr sz="7200" b="1">
                <a:solidFill>
                  <a:srgbClr val="F2EBDD"/>
                </a:solidFill>
              </a:defRPr>
            </a:lvl6pPr>
            <a:lvl7pPr>
              <a:defRPr sz="7200" b="1">
                <a:solidFill>
                  <a:srgbClr val="F2EBDD"/>
                </a:solidFill>
              </a:defRPr>
            </a:lvl7pPr>
            <a:lvl8pPr>
              <a:defRPr sz="7200" b="1">
                <a:solidFill>
                  <a:srgbClr val="F2EBDD"/>
                </a:solidFill>
              </a:defRPr>
            </a:lvl8pPr>
            <a:lvl9pPr>
              <a:defRPr sz="7200" b="1">
                <a:solidFill>
                  <a:srgbClr val="F2EBDD"/>
                </a:solidFill>
              </a:defRPr>
            </a:lvl9pPr>
          </a:lstStyle>
          <a:p xmlns:a="http://schemas.openxmlformats.org/drawingml/2006/main">
            <a:pPr>
              <a:defRPr sz="7200" b="1">
                <a:solidFill>
                  <a:srgbClr val="F2EBDD"/>
                </a:solidFill>
              </a:defRPr>
            </a:pPr>
            <a:r>
              <a:rPr sz="7200" b="1">
                <a:solidFill>
                  <a:srgbClr val="F2EBDD"/>
                </a:solidFill>
              </a:rPr>
              <a:t>灯火入夜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B77BE-93E6-453A-8D59-CE333BCACD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f4355c58984979"/>
          <a:stretch xmlns:a="http://schemas.openxmlformats.org/drawingml/2006/main"/>
        </p:blipFill>
        <p:spPr>
          <a:xfrm xmlns:a="http://schemas.openxmlformats.org/drawingml/2006/main">
            <a:off x="3724275" y="1619250"/>
            <a:ext cx="8077200" cy="5048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0D28C3-E0AD-4E7E-87BB-EE459CA8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00375"/>
            <a:ext cx="438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0">
                <a:solidFill>
                  <a:srgbClr val="E7E0D5"/>
                </a:solidFill>
              </a:defRPr>
            </a:defPPr>
            <a:lvl1pPr>
              <a:defRPr sz="3900" b="0">
                <a:solidFill>
                  <a:srgbClr val="E7E0D5"/>
                </a:solidFill>
              </a:defRPr>
            </a:lvl1pPr>
            <a:lvl2pPr>
              <a:defRPr sz="3900" b="0">
                <a:solidFill>
                  <a:srgbClr val="E7E0D5"/>
                </a:solidFill>
              </a:defRPr>
            </a:lvl2pPr>
            <a:lvl3pPr>
              <a:defRPr sz="3900" b="0">
                <a:solidFill>
                  <a:srgbClr val="E7E0D5"/>
                </a:solidFill>
              </a:defRPr>
            </a:lvl3pPr>
            <a:lvl4pPr>
              <a:defRPr sz="3900" b="0">
                <a:solidFill>
                  <a:srgbClr val="E7E0D5"/>
                </a:solidFill>
              </a:defRPr>
            </a:lvl4pPr>
            <a:lvl5pPr>
              <a:defRPr sz="3900" b="0">
                <a:solidFill>
                  <a:srgbClr val="E7E0D5"/>
                </a:solidFill>
              </a:defRPr>
            </a:lvl5pPr>
            <a:lvl6pPr>
              <a:defRPr sz="3900" b="0">
                <a:solidFill>
                  <a:srgbClr val="E7E0D5"/>
                </a:solidFill>
              </a:defRPr>
            </a:lvl6pPr>
            <a:lvl7pPr>
              <a:defRPr sz="3900" b="0">
                <a:solidFill>
                  <a:srgbClr val="E7E0D5"/>
                </a:solidFill>
              </a:defRPr>
            </a:lvl7pPr>
            <a:lvl8pPr>
              <a:defRPr sz="3900" b="0">
                <a:solidFill>
                  <a:srgbClr val="E7E0D5"/>
                </a:solidFill>
              </a:defRPr>
            </a:lvl8pPr>
            <a:lvl9pPr>
              <a:defRPr sz="3900" b="0">
                <a:solidFill>
                  <a:srgbClr val="E7E0D5"/>
                </a:solidFill>
              </a:defRPr>
            </a:lvl9pPr>
          </a:lstStyle>
          <a:p xmlns:a="http://schemas.openxmlformats.org/drawingml/2006/main">
            <a:pPr>
              <a:defRPr sz="3900" b="0">
                <a:solidFill>
                  <a:srgbClr val="E7E0D5"/>
                </a:solidFill>
              </a:defRPr>
            </a:pPr>
            <a:r>
              <a:rPr sz="3900" b="0">
                <a:solidFill>
                  <a:srgbClr val="E7E0D5"/>
                </a:solidFill>
              </a:rPr>
              <a:t>冷环境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FB540-5A56-4D8E-B0FA-28EBB0CC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43350"/>
            <a:ext cx="438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0">
                <a:solidFill>
                  <a:srgbClr val="E7A45D"/>
                </a:solidFill>
              </a:defRPr>
            </a:defPPr>
            <a:lvl1pPr>
              <a:defRPr sz="3900" b="0">
                <a:solidFill>
                  <a:srgbClr val="E7A45D"/>
                </a:solidFill>
              </a:defRPr>
            </a:lvl1pPr>
            <a:lvl2pPr>
              <a:defRPr sz="3900" b="0">
                <a:solidFill>
                  <a:srgbClr val="E7A45D"/>
                </a:solidFill>
              </a:defRPr>
            </a:lvl2pPr>
            <a:lvl3pPr>
              <a:defRPr sz="3900" b="0">
                <a:solidFill>
                  <a:srgbClr val="E7A45D"/>
                </a:solidFill>
              </a:defRPr>
            </a:lvl3pPr>
            <a:lvl4pPr>
              <a:defRPr sz="3900" b="0">
                <a:solidFill>
                  <a:srgbClr val="E7A45D"/>
                </a:solidFill>
              </a:defRPr>
            </a:lvl4pPr>
            <a:lvl5pPr>
              <a:defRPr sz="3900" b="0">
                <a:solidFill>
                  <a:srgbClr val="E7A45D"/>
                </a:solidFill>
              </a:defRPr>
            </a:lvl5pPr>
            <a:lvl6pPr>
              <a:defRPr sz="3900" b="0">
                <a:solidFill>
                  <a:srgbClr val="E7A45D"/>
                </a:solidFill>
              </a:defRPr>
            </a:lvl6pPr>
            <a:lvl7pPr>
              <a:defRPr sz="3900" b="0">
                <a:solidFill>
                  <a:srgbClr val="E7A45D"/>
                </a:solidFill>
              </a:defRPr>
            </a:lvl7pPr>
            <a:lvl8pPr>
              <a:defRPr sz="3900" b="0">
                <a:solidFill>
                  <a:srgbClr val="E7A45D"/>
                </a:solidFill>
              </a:defRPr>
            </a:lvl8pPr>
            <a:lvl9pPr>
              <a:defRPr sz="3900" b="0">
                <a:solidFill>
                  <a:srgbClr val="E7A45D"/>
                </a:solidFill>
              </a:defRPr>
            </a:lvl9pPr>
          </a:lstStyle>
          <a:p xmlns:a="http://schemas.openxmlformats.org/drawingml/2006/main">
            <a:pPr>
              <a:defRPr sz="3900" b="0">
                <a:solidFill>
                  <a:srgbClr val="E7A45D"/>
                </a:solidFill>
              </a:defRPr>
            </a:pPr>
            <a:r>
              <a:rPr sz="3900" b="0">
                <a:solidFill>
                  <a:srgbClr val="E7A45D"/>
                </a:solidFill>
              </a:rPr>
              <a:t>暖灯火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45B30-2B14-408B-B65B-8A6491A1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57212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D8C6A7"/>
                </a:solidFill>
              </a:defRPr>
            </a:defPPr>
            <a:lvl1pPr>
              <a:defRPr sz="2250" b="0">
                <a:solidFill>
                  <a:srgbClr val="D8C6A7"/>
                </a:solidFill>
              </a:defRPr>
            </a:lvl1pPr>
            <a:lvl2pPr>
              <a:defRPr sz="2250" b="0">
                <a:solidFill>
                  <a:srgbClr val="D8C6A7"/>
                </a:solidFill>
              </a:defRPr>
            </a:lvl2pPr>
            <a:lvl3pPr>
              <a:defRPr sz="2250" b="0">
                <a:solidFill>
                  <a:srgbClr val="D8C6A7"/>
                </a:solidFill>
              </a:defRPr>
            </a:lvl3pPr>
            <a:lvl4pPr>
              <a:defRPr sz="2250" b="0">
                <a:solidFill>
                  <a:srgbClr val="D8C6A7"/>
                </a:solidFill>
              </a:defRPr>
            </a:lvl4pPr>
            <a:lvl5pPr>
              <a:defRPr sz="2250" b="0">
                <a:solidFill>
                  <a:srgbClr val="D8C6A7"/>
                </a:solidFill>
              </a:defRPr>
            </a:lvl5pPr>
            <a:lvl6pPr>
              <a:defRPr sz="2250" b="0">
                <a:solidFill>
                  <a:srgbClr val="D8C6A7"/>
                </a:solidFill>
              </a:defRPr>
            </a:lvl6pPr>
            <a:lvl7pPr>
              <a:defRPr sz="2250" b="0">
                <a:solidFill>
                  <a:srgbClr val="D8C6A7"/>
                </a:solidFill>
              </a:defRPr>
            </a:lvl7pPr>
            <a:lvl8pPr>
              <a:defRPr sz="2250" b="0">
                <a:solidFill>
                  <a:srgbClr val="D8C6A7"/>
                </a:solidFill>
              </a:defRPr>
            </a:lvl8pPr>
            <a:lvl9pPr>
              <a:defRPr sz="2250" b="0">
                <a:solidFill>
                  <a:srgbClr val="D8C6A7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D8C6A7"/>
                </a:solidFill>
              </a:defRPr>
            </a:pPr>
            <a:r>
              <a:rPr sz="2250" b="0">
                <a:solidFill>
                  <a:srgbClr val="D8C6A7"/>
                </a:solidFill>
              </a:rPr>
              <a:t>光，成为空间的引导</a:t>
            </a:r>
          </a:p>
        </p:txBody>
      </p:sp>
    </p:spTree>
    <p:extLst>
      <p:ext uri="{BB962C8B-B14F-4D97-AF65-F5344CB8AC3E}">
        <p14:creationId xmlns:p14="http://schemas.microsoft.com/office/powerpoint/2010/main" val="14773707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D1004-D129-4E07-BBA5-2EFE3588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86F61"/>
                </a:solidFill>
              </a:defRPr>
            </a:defPPr>
            <a:lvl1pPr>
              <a:defRPr sz="1425" b="0">
                <a:solidFill>
                  <a:srgbClr val="786F61"/>
                </a:solidFill>
              </a:defRPr>
            </a:lvl1pPr>
            <a:lvl2pPr>
              <a:defRPr sz="1425" b="0">
                <a:solidFill>
                  <a:srgbClr val="786F61"/>
                </a:solidFill>
              </a:defRPr>
            </a:lvl2pPr>
            <a:lvl3pPr>
              <a:defRPr sz="1425" b="0">
                <a:solidFill>
                  <a:srgbClr val="786F61"/>
                </a:solidFill>
              </a:defRPr>
            </a:lvl3pPr>
            <a:lvl4pPr>
              <a:defRPr sz="1425" b="0">
                <a:solidFill>
                  <a:srgbClr val="786F61"/>
                </a:solidFill>
              </a:defRPr>
            </a:lvl4pPr>
            <a:lvl5pPr>
              <a:defRPr sz="1425" b="0">
                <a:solidFill>
                  <a:srgbClr val="786F61"/>
                </a:solidFill>
              </a:defRPr>
            </a:lvl5pPr>
            <a:lvl6pPr>
              <a:defRPr sz="1425" b="0">
                <a:solidFill>
                  <a:srgbClr val="786F61"/>
                </a:solidFill>
              </a:defRPr>
            </a:lvl6pPr>
            <a:lvl7pPr>
              <a:defRPr sz="1425" b="0">
                <a:solidFill>
                  <a:srgbClr val="786F61"/>
                </a:solidFill>
              </a:defRPr>
            </a:lvl7pPr>
            <a:lvl8pPr>
              <a:defRPr sz="1425" b="0">
                <a:solidFill>
                  <a:srgbClr val="786F61"/>
                </a:solidFill>
              </a:defRPr>
            </a:lvl8pPr>
            <a:lvl9pPr>
              <a:defRPr sz="1425" b="0">
                <a:solidFill>
                  <a:srgbClr val="786F61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86F61"/>
                </a:solidFill>
              </a:defRPr>
            </a:pPr>
            <a:r>
              <a:rPr sz="1425" b="0">
                <a:solidFill>
                  <a:srgbClr val="786F61"/>
                </a:solidFill>
              </a:rPr>
              <a:t>07   /   展品设计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6DEEA-2E2E-4015-9446-90DB3BA6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960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86F61"/>
                </a:solidFill>
              </a:defRPr>
            </a:defPPr>
            <a:lvl1pPr>
              <a:defRPr sz="1350" b="0">
                <a:solidFill>
                  <a:srgbClr val="786F61"/>
                </a:solidFill>
              </a:defRPr>
            </a:lvl1pPr>
            <a:lvl2pPr>
              <a:defRPr sz="1350" b="0">
                <a:solidFill>
                  <a:srgbClr val="786F61"/>
                </a:solidFill>
              </a:defRPr>
            </a:lvl2pPr>
            <a:lvl3pPr>
              <a:defRPr sz="1350" b="0">
                <a:solidFill>
                  <a:srgbClr val="786F61"/>
                </a:solidFill>
              </a:defRPr>
            </a:lvl3pPr>
            <a:lvl4pPr>
              <a:defRPr sz="1350" b="0">
                <a:solidFill>
                  <a:srgbClr val="786F61"/>
                </a:solidFill>
              </a:defRPr>
            </a:lvl4pPr>
            <a:lvl5pPr>
              <a:defRPr sz="1350" b="0">
                <a:solidFill>
                  <a:srgbClr val="786F61"/>
                </a:solidFill>
              </a:defRPr>
            </a:lvl5pPr>
            <a:lvl6pPr>
              <a:defRPr sz="1350" b="0">
                <a:solidFill>
                  <a:srgbClr val="786F61"/>
                </a:solidFill>
              </a:defRPr>
            </a:lvl6pPr>
            <a:lvl7pPr>
              <a:defRPr sz="1350" b="0">
                <a:solidFill>
                  <a:srgbClr val="786F61"/>
                </a:solidFill>
              </a:defRPr>
            </a:lvl7pPr>
            <a:lvl8pPr>
              <a:defRPr sz="1350" b="0">
                <a:solidFill>
                  <a:srgbClr val="786F61"/>
                </a:solidFill>
              </a:defRPr>
            </a:lvl8pPr>
            <a:lvl9pPr>
              <a:defRPr sz="1350" b="0">
                <a:solidFill>
                  <a:srgbClr val="786F6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86F61"/>
                </a:solidFill>
              </a:defRPr>
            </a:pPr>
            <a:r>
              <a:rPr sz="1350" b="0">
                <a:solidFill>
                  <a:srgbClr val="786F61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950AD-4215-4356-B57E-23922FAE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85825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200" b="1">
                <a:solidFill>
                  <a:srgbClr val="24231F"/>
                </a:solidFill>
              </a:defRPr>
            </a:defPPr>
            <a:lvl1pPr>
              <a:defRPr sz="7200" b="1">
                <a:solidFill>
                  <a:srgbClr val="24231F"/>
                </a:solidFill>
              </a:defRPr>
            </a:lvl1pPr>
            <a:lvl2pPr>
              <a:defRPr sz="7200" b="1">
                <a:solidFill>
                  <a:srgbClr val="24231F"/>
                </a:solidFill>
              </a:defRPr>
            </a:lvl2pPr>
            <a:lvl3pPr>
              <a:defRPr sz="7200" b="1">
                <a:solidFill>
                  <a:srgbClr val="24231F"/>
                </a:solidFill>
              </a:defRPr>
            </a:lvl3pPr>
            <a:lvl4pPr>
              <a:defRPr sz="7200" b="1">
                <a:solidFill>
                  <a:srgbClr val="24231F"/>
                </a:solidFill>
              </a:defRPr>
            </a:lvl4pPr>
            <a:lvl5pPr>
              <a:defRPr sz="7200" b="1">
                <a:solidFill>
                  <a:srgbClr val="24231F"/>
                </a:solidFill>
              </a:defRPr>
            </a:lvl5pPr>
            <a:lvl6pPr>
              <a:defRPr sz="7200" b="1">
                <a:solidFill>
                  <a:srgbClr val="24231F"/>
                </a:solidFill>
              </a:defRPr>
            </a:lvl6pPr>
            <a:lvl7pPr>
              <a:defRPr sz="7200" b="1">
                <a:solidFill>
                  <a:srgbClr val="24231F"/>
                </a:solidFill>
              </a:defRPr>
            </a:lvl7pPr>
            <a:lvl8pPr>
              <a:defRPr sz="7200" b="1">
                <a:solidFill>
                  <a:srgbClr val="24231F"/>
                </a:solidFill>
              </a:defRPr>
            </a:lvl8pPr>
            <a:lvl9pPr>
              <a:defRPr sz="7200" b="1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7200" b="1">
                <a:solidFill>
                  <a:srgbClr val="24231F"/>
                </a:solidFill>
              </a:defRPr>
            </a:pPr>
            <a:r>
              <a:rPr sz="7200" b="1">
                <a:solidFill>
                  <a:srgbClr val="24231F"/>
                </a:solidFill>
              </a:rPr>
              <a:t>器物有趣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B9EA6-D110-423D-8776-37C54DE60D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256d60c674a25"/>
          <a:stretch xmlns:a="http://schemas.openxmlformats.org/drawingml/2006/main"/>
        </p:blipFill>
        <p:spPr>
          <a:xfrm xmlns:a="http://schemas.openxmlformats.org/drawingml/2006/main">
            <a:off x="333375" y="2238375"/>
            <a:ext cx="3429000" cy="3429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10590-FBA4-40C1-A8B5-40E6694330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e85f6a0e734cc3"/>
          <a:stretch xmlns:a="http://schemas.openxmlformats.org/drawingml/2006/main"/>
        </p:blipFill>
        <p:spPr>
          <a:xfrm xmlns:a="http://schemas.openxmlformats.org/drawingml/2006/main">
            <a:off x="4286250" y="2143125"/>
            <a:ext cx="3619500" cy="361950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5CF99-F2DD-43F9-971E-A78F3FA7DE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0311282af8460e"/>
          <a:stretch xmlns:a="http://schemas.openxmlformats.org/drawingml/2006/main"/>
        </p:blipFill>
        <p:spPr>
          <a:xfrm xmlns:a="http://schemas.openxmlformats.org/drawingml/2006/main">
            <a:off x="8334375" y="2238375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DEAC4C-9CE7-4B75-A6A8-6A739A50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150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24231F"/>
                </a:solidFill>
              </a:defRPr>
            </a:defPPr>
            <a:lvl1pPr>
              <a:defRPr sz="2700" b="0">
                <a:solidFill>
                  <a:srgbClr val="24231F"/>
                </a:solidFill>
              </a:defRPr>
            </a:lvl1pPr>
            <a:lvl2pPr>
              <a:defRPr sz="2700" b="0">
                <a:solidFill>
                  <a:srgbClr val="24231F"/>
                </a:solidFill>
              </a:defRPr>
            </a:lvl2pPr>
            <a:lvl3pPr>
              <a:defRPr sz="2700" b="0">
                <a:solidFill>
                  <a:srgbClr val="24231F"/>
                </a:solidFill>
              </a:defRPr>
            </a:lvl3pPr>
            <a:lvl4pPr>
              <a:defRPr sz="2700" b="0">
                <a:solidFill>
                  <a:srgbClr val="24231F"/>
                </a:solidFill>
              </a:defRPr>
            </a:lvl4pPr>
            <a:lvl5pPr>
              <a:defRPr sz="2700" b="0">
                <a:solidFill>
                  <a:srgbClr val="24231F"/>
                </a:solidFill>
              </a:defRPr>
            </a:lvl5pPr>
            <a:lvl6pPr>
              <a:defRPr sz="2700" b="0">
                <a:solidFill>
                  <a:srgbClr val="24231F"/>
                </a:solidFill>
              </a:defRPr>
            </a:lvl6pPr>
            <a:lvl7pPr>
              <a:defRPr sz="2700" b="0">
                <a:solidFill>
                  <a:srgbClr val="24231F"/>
                </a:solidFill>
              </a:defRPr>
            </a:lvl7pPr>
            <a:lvl8pPr>
              <a:defRPr sz="2700" b="0">
                <a:solidFill>
                  <a:srgbClr val="24231F"/>
                </a:solidFill>
              </a:defRPr>
            </a:lvl8pPr>
            <a:lvl9pPr>
              <a:defRPr sz="2700" b="0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4231F"/>
                </a:solidFill>
              </a:defRPr>
            </a:pPr>
            <a:r>
              <a:rPr sz="2700" b="0">
                <a:solidFill>
                  <a:srgbClr val="24231F"/>
                </a:solidFill>
              </a:rPr>
              <a:t>陶瓷杯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DDA1C-AEA7-466C-A4B6-7E4E763E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1500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AE3D2E"/>
                </a:solidFill>
              </a:defRPr>
            </a:defPPr>
            <a:lvl1pPr>
              <a:defRPr sz="2700" b="0">
                <a:solidFill>
                  <a:srgbClr val="AE3D2E"/>
                </a:solidFill>
              </a:defRPr>
            </a:lvl1pPr>
            <a:lvl2pPr>
              <a:defRPr sz="2700" b="0">
                <a:solidFill>
                  <a:srgbClr val="AE3D2E"/>
                </a:solidFill>
              </a:defRPr>
            </a:lvl2pPr>
            <a:lvl3pPr>
              <a:defRPr sz="2700" b="0">
                <a:solidFill>
                  <a:srgbClr val="AE3D2E"/>
                </a:solidFill>
              </a:defRPr>
            </a:lvl3pPr>
            <a:lvl4pPr>
              <a:defRPr sz="2700" b="0">
                <a:solidFill>
                  <a:srgbClr val="AE3D2E"/>
                </a:solidFill>
              </a:defRPr>
            </a:lvl4pPr>
            <a:lvl5pPr>
              <a:defRPr sz="2700" b="0">
                <a:solidFill>
                  <a:srgbClr val="AE3D2E"/>
                </a:solidFill>
              </a:defRPr>
            </a:lvl5pPr>
            <a:lvl6pPr>
              <a:defRPr sz="2700" b="0">
                <a:solidFill>
                  <a:srgbClr val="AE3D2E"/>
                </a:solidFill>
              </a:defRPr>
            </a:lvl6pPr>
            <a:lvl7pPr>
              <a:defRPr sz="2700" b="0">
                <a:solidFill>
                  <a:srgbClr val="AE3D2E"/>
                </a:solidFill>
              </a:defRPr>
            </a:lvl7pPr>
            <a:lvl8pPr>
              <a:defRPr sz="2700" b="0">
                <a:solidFill>
                  <a:srgbClr val="AE3D2E"/>
                </a:solidFill>
              </a:defRPr>
            </a:lvl8pPr>
            <a:lvl9pPr>
              <a:defRPr sz="2700" b="0">
                <a:solidFill>
                  <a:srgbClr val="AE3D2E"/>
                </a:solidFill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AE3D2E"/>
                </a:solidFill>
              </a:defRPr>
            </a:pPr>
            <a:r>
              <a:rPr sz="2700" b="0">
                <a:solidFill>
                  <a:srgbClr val="AE3D2E"/>
                </a:solidFill>
              </a:rPr>
              <a:t>清风红扇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3C0267-C703-44BB-AE4A-4319A10D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71500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24231F"/>
                </a:solidFill>
              </a:defRPr>
            </a:defPPr>
            <a:lvl1pPr>
              <a:defRPr sz="2700" b="0">
                <a:solidFill>
                  <a:srgbClr val="24231F"/>
                </a:solidFill>
              </a:defRPr>
            </a:lvl1pPr>
            <a:lvl2pPr>
              <a:defRPr sz="2700" b="0">
                <a:solidFill>
                  <a:srgbClr val="24231F"/>
                </a:solidFill>
              </a:defRPr>
            </a:lvl2pPr>
            <a:lvl3pPr>
              <a:defRPr sz="2700" b="0">
                <a:solidFill>
                  <a:srgbClr val="24231F"/>
                </a:solidFill>
              </a:defRPr>
            </a:lvl3pPr>
            <a:lvl4pPr>
              <a:defRPr sz="2700" b="0">
                <a:solidFill>
                  <a:srgbClr val="24231F"/>
                </a:solidFill>
              </a:defRPr>
            </a:lvl4pPr>
            <a:lvl5pPr>
              <a:defRPr sz="2700" b="0">
                <a:solidFill>
                  <a:srgbClr val="24231F"/>
                </a:solidFill>
              </a:defRPr>
            </a:lvl5pPr>
            <a:lvl6pPr>
              <a:defRPr sz="2700" b="0">
                <a:solidFill>
                  <a:srgbClr val="24231F"/>
                </a:solidFill>
              </a:defRPr>
            </a:lvl6pPr>
            <a:lvl7pPr>
              <a:defRPr sz="2700" b="0">
                <a:solidFill>
                  <a:srgbClr val="24231F"/>
                </a:solidFill>
              </a:defRPr>
            </a:lvl7pPr>
            <a:lvl8pPr>
              <a:defRPr sz="2700" b="0">
                <a:solidFill>
                  <a:srgbClr val="24231F"/>
                </a:solidFill>
              </a:defRPr>
            </a:lvl8pPr>
            <a:lvl9pPr>
              <a:defRPr sz="2700" b="0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4231F"/>
                </a:solidFill>
              </a:defRPr>
            </a:pPr>
            <a:r>
              <a:rPr sz="2700" b="0">
                <a:solidFill>
                  <a:srgbClr val="24231F"/>
                </a:solidFill>
              </a:rPr>
              <a:t>百珍时钟</a:t>
            </a:r>
          </a:p>
        </p:txBody>
      </p:sp>
    </p:spTree>
    <p:extLst>
      <p:ext uri="{BB962C8B-B14F-4D97-AF65-F5344CB8AC3E}">
        <p14:creationId xmlns:p14="http://schemas.microsoft.com/office/powerpoint/2010/main" val="17611323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26B9A-7AAF-4628-9447-0212CD7B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86F61"/>
                </a:solidFill>
              </a:defRPr>
            </a:defPPr>
            <a:lvl1pPr>
              <a:defRPr sz="1425" b="0">
                <a:solidFill>
                  <a:srgbClr val="786F61"/>
                </a:solidFill>
              </a:defRPr>
            </a:lvl1pPr>
            <a:lvl2pPr>
              <a:defRPr sz="1425" b="0">
                <a:solidFill>
                  <a:srgbClr val="786F61"/>
                </a:solidFill>
              </a:defRPr>
            </a:lvl2pPr>
            <a:lvl3pPr>
              <a:defRPr sz="1425" b="0">
                <a:solidFill>
                  <a:srgbClr val="786F61"/>
                </a:solidFill>
              </a:defRPr>
            </a:lvl3pPr>
            <a:lvl4pPr>
              <a:defRPr sz="1425" b="0">
                <a:solidFill>
                  <a:srgbClr val="786F61"/>
                </a:solidFill>
              </a:defRPr>
            </a:lvl4pPr>
            <a:lvl5pPr>
              <a:defRPr sz="1425" b="0">
                <a:solidFill>
                  <a:srgbClr val="786F61"/>
                </a:solidFill>
              </a:defRPr>
            </a:lvl5pPr>
            <a:lvl6pPr>
              <a:defRPr sz="1425" b="0">
                <a:solidFill>
                  <a:srgbClr val="786F61"/>
                </a:solidFill>
              </a:defRPr>
            </a:lvl6pPr>
            <a:lvl7pPr>
              <a:defRPr sz="1425" b="0">
                <a:solidFill>
                  <a:srgbClr val="786F61"/>
                </a:solidFill>
              </a:defRPr>
            </a:lvl7pPr>
            <a:lvl8pPr>
              <a:defRPr sz="1425" b="0">
                <a:solidFill>
                  <a:srgbClr val="786F61"/>
                </a:solidFill>
              </a:defRPr>
            </a:lvl8pPr>
            <a:lvl9pPr>
              <a:defRPr sz="1425" b="0">
                <a:solidFill>
                  <a:srgbClr val="786F61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86F61"/>
                </a:solidFill>
              </a:defRPr>
            </a:pPr>
            <a:r>
              <a:rPr sz="1425" b="0">
                <a:solidFill>
                  <a:srgbClr val="786F61"/>
                </a:solidFill>
              </a:rPr>
              <a:t>08   /   观展交互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A0BD7-EC9C-461B-B24E-CF0DEC8C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960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86F61"/>
                </a:solidFill>
              </a:defRPr>
            </a:defPPr>
            <a:lvl1pPr>
              <a:defRPr sz="1350" b="0">
                <a:solidFill>
                  <a:srgbClr val="786F61"/>
                </a:solidFill>
              </a:defRPr>
            </a:lvl1pPr>
            <a:lvl2pPr>
              <a:defRPr sz="1350" b="0">
                <a:solidFill>
                  <a:srgbClr val="786F61"/>
                </a:solidFill>
              </a:defRPr>
            </a:lvl2pPr>
            <a:lvl3pPr>
              <a:defRPr sz="1350" b="0">
                <a:solidFill>
                  <a:srgbClr val="786F61"/>
                </a:solidFill>
              </a:defRPr>
            </a:lvl3pPr>
            <a:lvl4pPr>
              <a:defRPr sz="1350" b="0">
                <a:solidFill>
                  <a:srgbClr val="786F61"/>
                </a:solidFill>
              </a:defRPr>
            </a:lvl4pPr>
            <a:lvl5pPr>
              <a:defRPr sz="1350" b="0">
                <a:solidFill>
                  <a:srgbClr val="786F61"/>
                </a:solidFill>
              </a:defRPr>
            </a:lvl5pPr>
            <a:lvl6pPr>
              <a:defRPr sz="1350" b="0">
                <a:solidFill>
                  <a:srgbClr val="786F61"/>
                </a:solidFill>
              </a:defRPr>
            </a:lvl6pPr>
            <a:lvl7pPr>
              <a:defRPr sz="1350" b="0">
                <a:solidFill>
                  <a:srgbClr val="786F61"/>
                </a:solidFill>
              </a:defRPr>
            </a:lvl7pPr>
            <a:lvl8pPr>
              <a:defRPr sz="1350" b="0">
                <a:solidFill>
                  <a:srgbClr val="786F61"/>
                </a:solidFill>
              </a:defRPr>
            </a:lvl8pPr>
            <a:lvl9pPr>
              <a:defRPr sz="1350" b="0">
                <a:solidFill>
                  <a:srgbClr val="786F6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86F61"/>
                </a:solidFill>
              </a:defRPr>
            </a:pPr>
            <a:r>
              <a:rPr sz="1350" b="0">
                <a:solidFill>
                  <a:srgbClr val="786F61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9208D-2D36-4427-A6BA-73100041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4875"/>
            <a:ext cx="11239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0" b="1">
                <a:solidFill>
                  <a:srgbClr val="24231F"/>
                </a:solidFill>
              </a:defRPr>
            </a:defPPr>
            <a:lvl1pPr>
              <a:defRPr sz="6000" b="1">
                <a:solidFill>
                  <a:srgbClr val="24231F"/>
                </a:solidFill>
              </a:defRPr>
            </a:lvl1pPr>
            <a:lvl2pPr>
              <a:defRPr sz="6000" b="1">
                <a:solidFill>
                  <a:srgbClr val="24231F"/>
                </a:solidFill>
              </a:defRPr>
            </a:lvl2pPr>
            <a:lvl3pPr>
              <a:defRPr sz="6000" b="1">
                <a:solidFill>
                  <a:srgbClr val="24231F"/>
                </a:solidFill>
              </a:defRPr>
            </a:lvl3pPr>
            <a:lvl4pPr>
              <a:defRPr sz="6000" b="1">
                <a:solidFill>
                  <a:srgbClr val="24231F"/>
                </a:solidFill>
              </a:defRPr>
            </a:lvl4pPr>
            <a:lvl5pPr>
              <a:defRPr sz="6000" b="1">
                <a:solidFill>
                  <a:srgbClr val="24231F"/>
                </a:solidFill>
              </a:defRPr>
            </a:lvl5pPr>
            <a:lvl6pPr>
              <a:defRPr sz="6000" b="1">
                <a:solidFill>
                  <a:srgbClr val="24231F"/>
                </a:solidFill>
              </a:defRPr>
            </a:lvl6pPr>
            <a:lvl7pPr>
              <a:defRPr sz="6000" b="1">
                <a:solidFill>
                  <a:srgbClr val="24231F"/>
                </a:solidFill>
              </a:defRPr>
            </a:lvl7pPr>
            <a:lvl8pPr>
              <a:defRPr sz="6000" b="1">
                <a:solidFill>
                  <a:srgbClr val="24231F"/>
                </a:solidFill>
              </a:defRPr>
            </a:lvl8pPr>
            <a:lvl9pPr>
              <a:defRPr sz="6000" b="1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24231F"/>
                </a:solidFill>
              </a:defRPr>
            </a:pPr>
            <a:r>
              <a:rPr sz="6000" b="1">
                <a:solidFill>
                  <a:srgbClr val="24231F"/>
                </a:solidFill>
              </a:rPr>
              <a:t>走近，才有回应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CA075-BF39-44B9-B35A-901B8EE9E4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02a6512c444bc"/>
          <a:srcRect xmlns:a="http://schemas.openxmlformats.org/drawingml/2006/main" l="0" t="6923" r="0" b="69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247900"/>
            <a:ext cx="7429500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8EBB5-643B-46BF-ABB4-35EB91D3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765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0">
                <a:solidFill>
                  <a:srgbClr val="24231F"/>
                </a:solidFill>
              </a:defRPr>
            </a:defPPr>
            <a:lvl1pPr>
              <a:defRPr sz="4050" b="0">
                <a:solidFill>
                  <a:srgbClr val="24231F"/>
                </a:solidFill>
              </a:defRPr>
            </a:lvl1pPr>
            <a:lvl2pPr>
              <a:defRPr sz="4050" b="0">
                <a:solidFill>
                  <a:srgbClr val="24231F"/>
                </a:solidFill>
              </a:defRPr>
            </a:lvl2pPr>
            <a:lvl3pPr>
              <a:defRPr sz="4050" b="0">
                <a:solidFill>
                  <a:srgbClr val="24231F"/>
                </a:solidFill>
              </a:defRPr>
            </a:lvl3pPr>
            <a:lvl4pPr>
              <a:defRPr sz="4050" b="0">
                <a:solidFill>
                  <a:srgbClr val="24231F"/>
                </a:solidFill>
              </a:defRPr>
            </a:lvl4pPr>
            <a:lvl5pPr>
              <a:defRPr sz="4050" b="0">
                <a:solidFill>
                  <a:srgbClr val="24231F"/>
                </a:solidFill>
              </a:defRPr>
            </a:lvl5pPr>
            <a:lvl6pPr>
              <a:defRPr sz="4050" b="0">
                <a:solidFill>
                  <a:srgbClr val="24231F"/>
                </a:solidFill>
              </a:defRPr>
            </a:lvl6pPr>
            <a:lvl7pPr>
              <a:defRPr sz="4050" b="0">
                <a:solidFill>
                  <a:srgbClr val="24231F"/>
                </a:solidFill>
              </a:defRPr>
            </a:lvl7pPr>
            <a:lvl8pPr>
              <a:defRPr sz="4050" b="0">
                <a:solidFill>
                  <a:srgbClr val="24231F"/>
                </a:solidFill>
              </a:defRPr>
            </a:lvl8pPr>
            <a:lvl9pPr>
              <a:defRPr sz="4050" b="0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4050" b="0">
                <a:solidFill>
                  <a:srgbClr val="24231F"/>
                </a:solidFill>
              </a:defRPr>
            </a:pPr>
            <a:r>
              <a:rPr sz="4050" b="0">
                <a:solidFill>
                  <a:srgbClr val="24231F"/>
                </a:solidFill>
              </a:rPr>
              <a:t>漫游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B9A02-52A5-44D3-96A9-7188A5F3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195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0">
                <a:solidFill>
                  <a:srgbClr val="AE3D2E"/>
                </a:solidFill>
              </a:defRPr>
            </a:defPPr>
            <a:lvl1pPr>
              <a:defRPr sz="4050" b="0">
                <a:solidFill>
                  <a:srgbClr val="AE3D2E"/>
                </a:solidFill>
              </a:defRPr>
            </a:lvl1pPr>
            <a:lvl2pPr>
              <a:defRPr sz="4050" b="0">
                <a:solidFill>
                  <a:srgbClr val="AE3D2E"/>
                </a:solidFill>
              </a:defRPr>
            </a:lvl2pPr>
            <a:lvl3pPr>
              <a:defRPr sz="4050" b="0">
                <a:solidFill>
                  <a:srgbClr val="AE3D2E"/>
                </a:solidFill>
              </a:defRPr>
            </a:lvl3pPr>
            <a:lvl4pPr>
              <a:defRPr sz="4050" b="0">
                <a:solidFill>
                  <a:srgbClr val="AE3D2E"/>
                </a:solidFill>
              </a:defRPr>
            </a:lvl4pPr>
            <a:lvl5pPr>
              <a:defRPr sz="4050" b="0">
                <a:solidFill>
                  <a:srgbClr val="AE3D2E"/>
                </a:solidFill>
              </a:defRPr>
            </a:lvl5pPr>
            <a:lvl6pPr>
              <a:defRPr sz="4050" b="0">
                <a:solidFill>
                  <a:srgbClr val="AE3D2E"/>
                </a:solidFill>
              </a:defRPr>
            </a:lvl6pPr>
            <a:lvl7pPr>
              <a:defRPr sz="4050" b="0">
                <a:solidFill>
                  <a:srgbClr val="AE3D2E"/>
                </a:solidFill>
              </a:defRPr>
            </a:lvl7pPr>
            <a:lvl8pPr>
              <a:defRPr sz="4050" b="0">
                <a:solidFill>
                  <a:srgbClr val="AE3D2E"/>
                </a:solidFill>
              </a:defRPr>
            </a:lvl8pPr>
            <a:lvl9pPr>
              <a:defRPr sz="4050" b="0">
                <a:solidFill>
                  <a:srgbClr val="AE3D2E"/>
                </a:solidFill>
              </a:defRPr>
            </a:lvl9pPr>
          </a:lstStyle>
          <a:p xmlns:a="http://schemas.openxmlformats.org/drawingml/2006/main">
            <a:pPr>
              <a:defRPr sz="4050" b="0">
                <a:solidFill>
                  <a:srgbClr val="AE3D2E"/>
                </a:solidFill>
              </a:defRPr>
            </a:pPr>
            <a:r>
              <a:rPr sz="4050" b="0">
                <a:solidFill>
                  <a:srgbClr val="AE3D2E"/>
                </a:solidFill>
              </a:rPr>
              <a:t>停留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784D12-0202-432D-81BF-46037665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625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0">
                <a:solidFill>
                  <a:srgbClr val="24231F"/>
                </a:solidFill>
              </a:defRPr>
            </a:defPPr>
            <a:lvl1pPr>
              <a:defRPr sz="4050" b="0">
                <a:solidFill>
                  <a:srgbClr val="24231F"/>
                </a:solidFill>
              </a:defRPr>
            </a:lvl1pPr>
            <a:lvl2pPr>
              <a:defRPr sz="4050" b="0">
                <a:solidFill>
                  <a:srgbClr val="24231F"/>
                </a:solidFill>
              </a:defRPr>
            </a:lvl2pPr>
            <a:lvl3pPr>
              <a:defRPr sz="4050" b="0">
                <a:solidFill>
                  <a:srgbClr val="24231F"/>
                </a:solidFill>
              </a:defRPr>
            </a:lvl3pPr>
            <a:lvl4pPr>
              <a:defRPr sz="4050" b="0">
                <a:solidFill>
                  <a:srgbClr val="24231F"/>
                </a:solidFill>
              </a:defRPr>
            </a:lvl4pPr>
            <a:lvl5pPr>
              <a:defRPr sz="4050" b="0">
                <a:solidFill>
                  <a:srgbClr val="24231F"/>
                </a:solidFill>
              </a:defRPr>
            </a:lvl5pPr>
            <a:lvl6pPr>
              <a:defRPr sz="4050" b="0">
                <a:solidFill>
                  <a:srgbClr val="24231F"/>
                </a:solidFill>
              </a:defRPr>
            </a:lvl6pPr>
            <a:lvl7pPr>
              <a:defRPr sz="4050" b="0">
                <a:solidFill>
                  <a:srgbClr val="24231F"/>
                </a:solidFill>
              </a:defRPr>
            </a:lvl7pPr>
            <a:lvl8pPr>
              <a:defRPr sz="4050" b="0">
                <a:solidFill>
                  <a:srgbClr val="24231F"/>
                </a:solidFill>
              </a:defRPr>
            </a:lvl8pPr>
            <a:lvl9pPr>
              <a:defRPr sz="4050" b="0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4050" b="0">
                <a:solidFill>
                  <a:srgbClr val="24231F"/>
                </a:solidFill>
              </a:defRPr>
            </a:pPr>
            <a:r>
              <a:rPr sz="4050" b="0">
                <a:solidFill>
                  <a:srgbClr val="24231F"/>
                </a:solidFill>
              </a:rPr>
              <a:t>探索</a:t>
            </a:r>
          </a:p>
        </p:txBody>
      </p:sp>
    </p:spTree>
    <p:extLst>
      <p:ext uri="{BB962C8B-B14F-4D97-AF65-F5344CB8AC3E}">
        <p14:creationId xmlns:p14="http://schemas.microsoft.com/office/powerpoint/2010/main" val="9102771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ADB02-EFD4-48D8-BA1D-40484B9F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86F61"/>
                </a:solidFill>
              </a:defRPr>
            </a:defPPr>
            <a:lvl1pPr>
              <a:defRPr sz="1425" b="0">
                <a:solidFill>
                  <a:srgbClr val="786F61"/>
                </a:solidFill>
              </a:defRPr>
            </a:lvl1pPr>
            <a:lvl2pPr>
              <a:defRPr sz="1425" b="0">
                <a:solidFill>
                  <a:srgbClr val="786F61"/>
                </a:solidFill>
              </a:defRPr>
            </a:lvl2pPr>
            <a:lvl3pPr>
              <a:defRPr sz="1425" b="0">
                <a:solidFill>
                  <a:srgbClr val="786F61"/>
                </a:solidFill>
              </a:defRPr>
            </a:lvl3pPr>
            <a:lvl4pPr>
              <a:defRPr sz="1425" b="0">
                <a:solidFill>
                  <a:srgbClr val="786F61"/>
                </a:solidFill>
              </a:defRPr>
            </a:lvl4pPr>
            <a:lvl5pPr>
              <a:defRPr sz="1425" b="0">
                <a:solidFill>
                  <a:srgbClr val="786F61"/>
                </a:solidFill>
              </a:defRPr>
            </a:lvl5pPr>
            <a:lvl6pPr>
              <a:defRPr sz="1425" b="0">
                <a:solidFill>
                  <a:srgbClr val="786F61"/>
                </a:solidFill>
              </a:defRPr>
            </a:lvl6pPr>
            <a:lvl7pPr>
              <a:defRPr sz="1425" b="0">
                <a:solidFill>
                  <a:srgbClr val="786F61"/>
                </a:solidFill>
              </a:defRPr>
            </a:lvl7pPr>
            <a:lvl8pPr>
              <a:defRPr sz="1425" b="0">
                <a:solidFill>
                  <a:srgbClr val="786F61"/>
                </a:solidFill>
              </a:defRPr>
            </a:lvl8pPr>
            <a:lvl9pPr>
              <a:defRPr sz="1425" b="0">
                <a:solidFill>
                  <a:srgbClr val="786F61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86F61"/>
                </a:solidFill>
              </a:defRPr>
            </a:pPr>
            <a:r>
              <a:rPr sz="1425" b="0">
                <a:solidFill>
                  <a:srgbClr val="786F61"/>
                </a:solidFill>
              </a:rPr>
              <a:t>09   /   商品细节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002D9-BC6D-4E6C-8FDE-449DF6D3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960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86F61"/>
                </a:solidFill>
              </a:defRPr>
            </a:defPPr>
            <a:lvl1pPr>
              <a:defRPr sz="1350" b="0">
                <a:solidFill>
                  <a:srgbClr val="786F61"/>
                </a:solidFill>
              </a:defRPr>
            </a:lvl1pPr>
            <a:lvl2pPr>
              <a:defRPr sz="1350" b="0">
                <a:solidFill>
                  <a:srgbClr val="786F61"/>
                </a:solidFill>
              </a:defRPr>
            </a:lvl2pPr>
            <a:lvl3pPr>
              <a:defRPr sz="1350" b="0">
                <a:solidFill>
                  <a:srgbClr val="786F61"/>
                </a:solidFill>
              </a:defRPr>
            </a:lvl3pPr>
            <a:lvl4pPr>
              <a:defRPr sz="1350" b="0">
                <a:solidFill>
                  <a:srgbClr val="786F61"/>
                </a:solidFill>
              </a:defRPr>
            </a:lvl4pPr>
            <a:lvl5pPr>
              <a:defRPr sz="1350" b="0">
                <a:solidFill>
                  <a:srgbClr val="786F61"/>
                </a:solidFill>
              </a:defRPr>
            </a:lvl5pPr>
            <a:lvl6pPr>
              <a:defRPr sz="1350" b="0">
                <a:solidFill>
                  <a:srgbClr val="786F61"/>
                </a:solidFill>
              </a:defRPr>
            </a:lvl6pPr>
            <a:lvl7pPr>
              <a:defRPr sz="1350" b="0">
                <a:solidFill>
                  <a:srgbClr val="786F61"/>
                </a:solidFill>
              </a:defRPr>
            </a:lvl7pPr>
            <a:lvl8pPr>
              <a:defRPr sz="1350" b="0">
                <a:solidFill>
                  <a:srgbClr val="786F61"/>
                </a:solidFill>
              </a:defRPr>
            </a:lvl8pPr>
            <a:lvl9pPr>
              <a:defRPr sz="1350" b="0">
                <a:solidFill>
                  <a:srgbClr val="786F6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86F61"/>
                </a:solidFill>
              </a:defRPr>
            </a:pPr>
            <a:r>
              <a:rPr sz="1350" b="0">
                <a:solidFill>
                  <a:srgbClr val="786F61"/>
                </a:solidFill>
              </a:rPr>
              <a:t>10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726A2-B740-4835-8866-A414CC4C67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0d2ba7ff534566"/>
          <a:stretch xmlns:a="http://schemas.openxmlformats.org/drawingml/2006/main"/>
        </p:blipFill>
        <p:spPr>
          <a:xfrm xmlns:a="http://schemas.openxmlformats.org/drawingml/2006/main">
            <a:off x="5881688" y="762000"/>
            <a:ext cx="5476875" cy="5476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ADE41-1611-44F6-9B5D-49B8E11F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47750"/>
            <a:ext cx="5715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400" b="1">
                <a:solidFill>
                  <a:srgbClr val="24231F"/>
                </a:solidFill>
              </a:defRPr>
            </a:defPPr>
            <a:lvl1pPr>
              <a:defRPr sz="8400" b="1">
                <a:solidFill>
                  <a:srgbClr val="24231F"/>
                </a:solidFill>
              </a:defRPr>
            </a:lvl1pPr>
            <a:lvl2pPr>
              <a:defRPr sz="8400" b="1">
                <a:solidFill>
                  <a:srgbClr val="24231F"/>
                </a:solidFill>
              </a:defRPr>
            </a:lvl2pPr>
            <a:lvl3pPr>
              <a:defRPr sz="8400" b="1">
                <a:solidFill>
                  <a:srgbClr val="24231F"/>
                </a:solidFill>
              </a:defRPr>
            </a:lvl3pPr>
            <a:lvl4pPr>
              <a:defRPr sz="8400" b="1">
                <a:solidFill>
                  <a:srgbClr val="24231F"/>
                </a:solidFill>
              </a:defRPr>
            </a:lvl4pPr>
            <a:lvl5pPr>
              <a:defRPr sz="8400" b="1">
                <a:solidFill>
                  <a:srgbClr val="24231F"/>
                </a:solidFill>
              </a:defRPr>
            </a:lvl5pPr>
            <a:lvl6pPr>
              <a:defRPr sz="8400" b="1">
                <a:solidFill>
                  <a:srgbClr val="24231F"/>
                </a:solidFill>
              </a:defRPr>
            </a:lvl6pPr>
            <a:lvl7pPr>
              <a:defRPr sz="8400" b="1">
                <a:solidFill>
                  <a:srgbClr val="24231F"/>
                </a:solidFill>
              </a:defRPr>
            </a:lvl7pPr>
            <a:lvl8pPr>
              <a:defRPr sz="8400" b="1">
                <a:solidFill>
                  <a:srgbClr val="24231F"/>
                </a:solidFill>
              </a:defRPr>
            </a:lvl8pPr>
            <a:lvl9pPr>
              <a:defRPr sz="8400" b="1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8400" b="1">
                <a:solidFill>
                  <a:srgbClr val="24231F"/>
                </a:solidFill>
              </a:defRPr>
            </a:pPr>
            <a:r>
              <a:rPr sz="8400" b="1">
                <a:solidFill>
                  <a:srgbClr val="24231F"/>
                </a:solidFill>
              </a:rPr>
              <a:t>拿近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2DDCC3-BC6C-480C-9C81-60570155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0"/>
            <a:ext cx="5715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400" b="1">
                <a:solidFill>
                  <a:srgbClr val="AE3D2E"/>
                </a:solidFill>
              </a:defRPr>
            </a:defPPr>
            <a:lvl1pPr>
              <a:defRPr sz="8400" b="1">
                <a:solidFill>
                  <a:srgbClr val="AE3D2E"/>
                </a:solidFill>
              </a:defRPr>
            </a:lvl1pPr>
            <a:lvl2pPr>
              <a:defRPr sz="8400" b="1">
                <a:solidFill>
                  <a:srgbClr val="AE3D2E"/>
                </a:solidFill>
              </a:defRPr>
            </a:lvl2pPr>
            <a:lvl3pPr>
              <a:defRPr sz="8400" b="1">
                <a:solidFill>
                  <a:srgbClr val="AE3D2E"/>
                </a:solidFill>
              </a:defRPr>
            </a:lvl3pPr>
            <a:lvl4pPr>
              <a:defRPr sz="8400" b="1">
                <a:solidFill>
                  <a:srgbClr val="AE3D2E"/>
                </a:solidFill>
              </a:defRPr>
            </a:lvl4pPr>
            <a:lvl5pPr>
              <a:defRPr sz="8400" b="1">
                <a:solidFill>
                  <a:srgbClr val="AE3D2E"/>
                </a:solidFill>
              </a:defRPr>
            </a:lvl5pPr>
            <a:lvl6pPr>
              <a:defRPr sz="8400" b="1">
                <a:solidFill>
                  <a:srgbClr val="AE3D2E"/>
                </a:solidFill>
              </a:defRPr>
            </a:lvl6pPr>
            <a:lvl7pPr>
              <a:defRPr sz="8400" b="1">
                <a:solidFill>
                  <a:srgbClr val="AE3D2E"/>
                </a:solidFill>
              </a:defRPr>
            </a:lvl7pPr>
            <a:lvl8pPr>
              <a:defRPr sz="8400" b="1">
                <a:solidFill>
                  <a:srgbClr val="AE3D2E"/>
                </a:solidFill>
              </a:defRPr>
            </a:lvl8pPr>
            <a:lvl9pPr>
              <a:defRPr sz="8400" b="1">
                <a:solidFill>
                  <a:srgbClr val="AE3D2E"/>
                </a:solidFill>
              </a:defRPr>
            </a:lvl9pPr>
          </a:lstStyle>
          <a:p xmlns:a="http://schemas.openxmlformats.org/drawingml/2006/main">
            <a:pPr>
              <a:defRPr sz="8400" b="1">
                <a:solidFill>
                  <a:srgbClr val="AE3D2E"/>
                </a:solidFill>
              </a:defRPr>
            </a:pPr>
            <a:r>
              <a:rPr sz="8400" b="1">
                <a:solidFill>
                  <a:srgbClr val="AE3D2E"/>
                </a:solidFill>
              </a:rPr>
              <a:t>细看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90E29-7BBB-4F00-A25F-41C4BFEE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9053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24231F"/>
                </a:solidFill>
              </a:defRPr>
            </a:defPPr>
            <a:lvl1pPr>
              <a:defRPr sz="2850" b="0">
                <a:solidFill>
                  <a:srgbClr val="24231F"/>
                </a:solidFill>
              </a:defRPr>
            </a:lvl1pPr>
            <a:lvl2pPr>
              <a:defRPr sz="2850" b="0">
                <a:solidFill>
                  <a:srgbClr val="24231F"/>
                </a:solidFill>
              </a:defRPr>
            </a:lvl2pPr>
            <a:lvl3pPr>
              <a:defRPr sz="2850" b="0">
                <a:solidFill>
                  <a:srgbClr val="24231F"/>
                </a:solidFill>
              </a:defRPr>
            </a:lvl3pPr>
            <a:lvl4pPr>
              <a:defRPr sz="2850" b="0">
                <a:solidFill>
                  <a:srgbClr val="24231F"/>
                </a:solidFill>
              </a:defRPr>
            </a:lvl4pPr>
            <a:lvl5pPr>
              <a:defRPr sz="2850" b="0">
                <a:solidFill>
                  <a:srgbClr val="24231F"/>
                </a:solidFill>
              </a:defRPr>
            </a:lvl5pPr>
            <a:lvl6pPr>
              <a:defRPr sz="2850" b="0">
                <a:solidFill>
                  <a:srgbClr val="24231F"/>
                </a:solidFill>
              </a:defRPr>
            </a:lvl6pPr>
            <a:lvl7pPr>
              <a:defRPr sz="2850" b="0">
                <a:solidFill>
                  <a:srgbClr val="24231F"/>
                </a:solidFill>
              </a:defRPr>
            </a:lvl7pPr>
            <a:lvl8pPr>
              <a:defRPr sz="2850" b="0">
                <a:solidFill>
                  <a:srgbClr val="24231F"/>
                </a:solidFill>
              </a:defRPr>
            </a:lvl8pPr>
            <a:lvl9pPr>
              <a:defRPr sz="2850" b="0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231F"/>
                </a:solidFill>
              </a:defRPr>
            </a:pPr>
            <a:r>
              <a:rPr sz="2850" b="0">
                <a:solidFill>
                  <a:srgbClr val="24231F"/>
                </a:solidFill>
              </a:rPr>
              <a:t>旋转   缩放   查看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20C64-E1CA-4946-A9CE-01E1CB37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531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231F"/>
                </a:solidFill>
              </a:defRPr>
            </a:defPPr>
            <a:lvl1pPr>
              <a:defRPr sz="2100" b="0">
                <a:solidFill>
                  <a:srgbClr val="24231F"/>
                </a:solidFill>
              </a:defRPr>
            </a:lvl1pPr>
            <a:lvl2pPr>
              <a:defRPr sz="2100" b="0">
                <a:solidFill>
                  <a:srgbClr val="24231F"/>
                </a:solidFill>
              </a:defRPr>
            </a:lvl2pPr>
            <a:lvl3pPr>
              <a:defRPr sz="2100" b="0">
                <a:solidFill>
                  <a:srgbClr val="24231F"/>
                </a:solidFill>
              </a:defRPr>
            </a:lvl3pPr>
            <a:lvl4pPr>
              <a:defRPr sz="2100" b="0">
                <a:solidFill>
                  <a:srgbClr val="24231F"/>
                </a:solidFill>
              </a:defRPr>
            </a:lvl4pPr>
            <a:lvl5pPr>
              <a:defRPr sz="2100" b="0">
                <a:solidFill>
                  <a:srgbClr val="24231F"/>
                </a:solidFill>
              </a:defRPr>
            </a:lvl5pPr>
            <a:lvl6pPr>
              <a:defRPr sz="2100" b="0">
                <a:solidFill>
                  <a:srgbClr val="24231F"/>
                </a:solidFill>
              </a:defRPr>
            </a:lvl6pPr>
            <a:lvl7pPr>
              <a:defRPr sz="2100" b="0">
                <a:solidFill>
                  <a:srgbClr val="24231F"/>
                </a:solidFill>
              </a:defRPr>
            </a:lvl7pPr>
            <a:lvl8pPr>
              <a:defRPr sz="2100" b="0">
                <a:solidFill>
                  <a:srgbClr val="24231F"/>
                </a:solidFill>
              </a:defRPr>
            </a:lvl8pPr>
            <a:lvl9pPr>
              <a:defRPr sz="2100" b="0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231F"/>
                </a:solidFill>
              </a:defRPr>
            </a:pPr>
            <a:r>
              <a:rPr sz="2100" b="0">
                <a:solidFill>
                  <a:srgbClr val="24231F"/>
                </a:solidFill>
              </a:rPr>
              <a:t>让小商品，拥有完整的观看尺度</a:t>
            </a:r>
          </a:p>
        </p:txBody>
      </p:sp>
    </p:spTree>
    <p:extLst>
      <p:ext uri="{BB962C8B-B14F-4D97-AF65-F5344CB8AC3E}">
        <p14:creationId xmlns:p14="http://schemas.microsoft.com/office/powerpoint/2010/main" val="1394428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61C40-654C-43F9-9D3A-269372C0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86F61"/>
                </a:solidFill>
              </a:defRPr>
            </a:defPPr>
            <a:lvl1pPr>
              <a:defRPr sz="1425" b="0">
                <a:solidFill>
                  <a:srgbClr val="786F61"/>
                </a:solidFill>
              </a:defRPr>
            </a:lvl1pPr>
            <a:lvl2pPr>
              <a:defRPr sz="1425" b="0">
                <a:solidFill>
                  <a:srgbClr val="786F61"/>
                </a:solidFill>
              </a:defRPr>
            </a:lvl2pPr>
            <a:lvl3pPr>
              <a:defRPr sz="1425" b="0">
                <a:solidFill>
                  <a:srgbClr val="786F61"/>
                </a:solidFill>
              </a:defRPr>
            </a:lvl3pPr>
            <a:lvl4pPr>
              <a:defRPr sz="1425" b="0">
                <a:solidFill>
                  <a:srgbClr val="786F61"/>
                </a:solidFill>
              </a:defRPr>
            </a:lvl4pPr>
            <a:lvl5pPr>
              <a:defRPr sz="1425" b="0">
                <a:solidFill>
                  <a:srgbClr val="786F61"/>
                </a:solidFill>
              </a:defRPr>
            </a:lvl5pPr>
            <a:lvl6pPr>
              <a:defRPr sz="1425" b="0">
                <a:solidFill>
                  <a:srgbClr val="786F61"/>
                </a:solidFill>
              </a:defRPr>
            </a:lvl6pPr>
            <a:lvl7pPr>
              <a:defRPr sz="1425" b="0">
                <a:solidFill>
                  <a:srgbClr val="786F61"/>
                </a:solidFill>
              </a:defRPr>
            </a:lvl7pPr>
            <a:lvl8pPr>
              <a:defRPr sz="1425" b="0">
                <a:solidFill>
                  <a:srgbClr val="786F61"/>
                </a:solidFill>
              </a:defRPr>
            </a:lvl8pPr>
            <a:lvl9pPr>
              <a:defRPr sz="1425" b="0">
                <a:solidFill>
                  <a:srgbClr val="786F61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86F61"/>
                </a:solidFill>
              </a:defRPr>
            </a:pPr>
            <a:r>
              <a:rPr sz="1425" b="0">
                <a:solidFill>
                  <a:srgbClr val="786F61"/>
                </a:solidFill>
              </a:rPr>
              <a:t>10   /   视觉系统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3409C-F1C6-4A6B-B3A0-BCF7ADF3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960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86F61"/>
                </a:solidFill>
              </a:defRPr>
            </a:defPPr>
            <a:lvl1pPr>
              <a:defRPr sz="1350" b="0">
                <a:solidFill>
                  <a:srgbClr val="786F61"/>
                </a:solidFill>
              </a:defRPr>
            </a:lvl1pPr>
            <a:lvl2pPr>
              <a:defRPr sz="1350" b="0">
                <a:solidFill>
                  <a:srgbClr val="786F61"/>
                </a:solidFill>
              </a:defRPr>
            </a:lvl2pPr>
            <a:lvl3pPr>
              <a:defRPr sz="1350" b="0">
                <a:solidFill>
                  <a:srgbClr val="786F61"/>
                </a:solidFill>
              </a:defRPr>
            </a:lvl3pPr>
            <a:lvl4pPr>
              <a:defRPr sz="1350" b="0">
                <a:solidFill>
                  <a:srgbClr val="786F61"/>
                </a:solidFill>
              </a:defRPr>
            </a:lvl4pPr>
            <a:lvl5pPr>
              <a:defRPr sz="1350" b="0">
                <a:solidFill>
                  <a:srgbClr val="786F61"/>
                </a:solidFill>
              </a:defRPr>
            </a:lvl5pPr>
            <a:lvl6pPr>
              <a:defRPr sz="1350" b="0">
                <a:solidFill>
                  <a:srgbClr val="786F61"/>
                </a:solidFill>
              </a:defRPr>
            </a:lvl6pPr>
            <a:lvl7pPr>
              <a:defRPr sz="1350" b="0">
                <a:solidFill>
                  <a:srgbClr val="786F61"/>
                </a:solidFill>
              </a:defRPr>
            </a:lvl7pPr>
            <a:lvl8pPr>
              <a:defRPr sz="1350" b="0">
                <a:solidFill>
                  <a:srgbClr val="786F61"/>
                </a:solidFill>
              </a:defRPr>
            </a:lvl8pPr>
            <a:lvl9pPr>
              <a:defRPr sz="1350" b="0">
                <a:solidFill>
                  <a:srgbClr val="786F6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86F61"/>
                </a:solidFill>
              </a:defRPr>
            </a:pPr>
            <a:r>
              <a:rPr sz="1350" b="0">
                <a:solidFill>
                  <a:srgbClr val="786F61"/>
                </a:solidFill>
              </a:rPr>
              <a:t>11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CEF8F4-CE0C-49CC-BE97-975EB6C159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96b32638ec4140"/>
          <a:stretch xmlns:a="http://schemas.openxmlformats.org/drawingml/2006/main"/>
        </p:blipFill>
        <p:spPr>
          <a:xfrm xmlns:a="http://schemas.openxmlformats.org/drawingml/2006/main">
            <a:off x="5629275" y="1571625"/>
            <a:ext cx="6172200" cy="3857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214CF-BAFB-43D5-B970-CAFA89B4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600" b="1">
                <a:solidFill>
                  <a:srgbClr val="24231F"/>
                </a:solidFill>
              </a:defRPr>
            </a:defPPr>
            <a:lvl1pPr>
              <a:defRPr sz="6600" b="1">
                <a:solidFill>
                  <a:srgbClr val="24231F"/>
                </a:solidFill>
              </a:defRPr>
            </a:lvl1pPr>
            <a:lvl2pPr>
              <a:defRPr sz="6600" b="1">
                <a:solidFill>
                  <a:srgbClr val="24231F"/>
                </a:solidFill>
              </a:defRPr>
            </a:lvl2pPr>
            <a:lvl3pPr>
              <a:defRPr sz="6600" b="1">
                <a:solidFill>
                  <a:srgbClr val="24231F"/>
                </a:solidFill>
              </a:defRPr>
            </a:lvl3pPr>
            <a:lvl4pPr>
              <a:defRPr sz="6600" b="1">
                <a:solidFill>
                  <a:srgbClr val="24231F"/>
                </a:solidFill>
              </a:defRPr>
            </a:lvl4pPr>
            <a:lvl5pPr>
              <a:defRPr sz="6600" b="1">
                <a:solidFill>
                  <a:srgbClr val="24231F"/>
                </a:solidFill>
              </a:defRPr>
            </a:lvl5pPr>
            <a:lvl6pPr>
              <a:defRPr sz="6600" b="1">
                <a:solidFill>
                  <a:srgbClr val="24231F"/>
                </a:solidFill>
              </a:defRPr>
            </a:lvl6pPr>
            <a:lvl7pPr>
              <a:defRPr sz="6600" b="1">
                <a:solidFill>
                  <a:srgbClr val="24231F"/>
                </a:solidFill>
              </a:defRPr>
            </a:lvl7pPr>
            <a:lvl8pPr>
              <a:defRPr sz="6600" b="1">
                <a:solidFill>
                  <a:srgbClr val="24231F"/>
                </a:solidFill>
              </a:defRPr>
            </a:lvl8pPr>
            <a:lvl9pPr>
              <a:defRPr sz="6600" b="1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24231F"/>
                </a:solidFill>
              </a:defRPr>
            </a:pPr>
            <a:r>
              <a:rPr sz="6600" b="1">
                <a:solidFill>
                  <a:srgbClr val="24231F"/>
                </a:solidFill>
              </a:rPr>
              <a:t>纸感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393F04-615D-4422-8848-CBAE1062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600" b="1">
                <a:solidFill>
                  <a:srgbClr val="24231F"/>
                </a:solidFill>
              </a:defRPr>
            </a:defPPr>
            <a:lvl1pPr>
              <a:defRPr sz="6600" b="1">
                <a:solidFill>
                  <a:srgbClr val="24231F"/>
                </a:solidFill>
              </a:defRPr>
            </a:lvl1pPr>
            <a:lvl2pPr>
              <a:defRPr sz="6600" b="1">
                <a:solidFill>
                  <a:srgbClr val="24231F"/>
                </a:solidFill>
              </a:defRPr>
            </a:lvl2pPr>
            <a:lvl3pPr>
              <a:defRPr sz="6600" b="1">
                <a:solidFill>
                  <a:srgbClr val="24231F"/>
                </a:solidFill>
              </a:defRPr>
            </a:lvl3pPr>
            <a:lvl4pPr>
              <a:defRPr sz="6600" b="1">
                <a:solidFill>
                  <a:srgbClr val="24231F"/>
                </a:solidFill>
              </a:defRPr>
            </a:lvl4pPr>
            <a:lvl5pPr>
              <a:defRPr sz="6600" b="1">
                <a:solidFill>
                  <a:srgbClr val="24231F"/>
                </a:solidFill>
              </a:defRPr>
            </a:lvl5pPr>
            <a:lvl6pPr>
              <a:defRPr sz="6600" b="1">
                <a:solidFill>
                  <a:srgbClr val="24231F"/>
                </a:solidFill>
              </a:defRPr>
            </a:lvl6pPr>
            <a:lvl7pPr>
              <a:defRPr sz="6600" b="1">
                <a:solidFill>
                  <a:srgbClr val="24231F"/>
                </a:solidFill>
              </a:defRPr>
            </a:lvl7pPr>
            <a:lvl8pPr>
              <a:defRPr sz="6600" b="1">
                <a:solidFill>
                  <a:srgbClr val="24231F"/>
                </a:solidFill>
              </a:defRPr>
            </a:lvl8pPr>
            <a:lvl9pPr>
              <a:defRPr sz="6600" b="1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24231F"/>
                </a:solidFill>
              </a:defRPr>
            </a:pPr>
            <a:r>
              <a:rPr sz="6600" b="1">
                <a:solidFill>
                  <a:srgbClr val="24231F"/>
                </a:solidFill>
              </a:rPr>
              <a:t>墨字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B6935-6EB3-47FF-A34D-C225CFD6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67075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600" b="1">
                <a:solidFill>
                  <a:srgbClr val="AE3D2E"/>
                </a:solidFill>
              </a:defRPr>
            </a:defPPr>
            <a:lvl1pPr>
              <a:defRPr sz="6600" b="1">
                <a:solidFill>
                  <a:srgbClr val="AE3D2E"/>
                </a:solidFill>
              </a:defRPr>
            </a:lvl1pPr>
            <a:lvl2pPr>
              <a:defRPr sz="6600" b="1">
                <a:solidFill>
                  <a:srgbClr val="AE3D2E"/>
                </a:solidFill>
              </a:defRPr>
            </a:lvl2pPr>
            <a:lvl3pPr>
              <a:defRPr sz="6600" b="1">
                <a:solidFill>
                  <a:srgbClr val="AE3D2E"/>
                </a:solidFill>
              </a:defRPr>
            </a:lvl3pPr>
            <a:lvl4pPr>
              <a:defRPr sz="6600" b="1">
                <a:solidFill>
                  <a:srgbClr val="AE3D2E"/>
                </a:solidFill>
              </a:defRPr>
            </a:lvl4pPr>
            <a:lvl5pPr>
              <a:defRPr sz="6600" b="1">
                <a:solidFill>
                  <a:srgbClr val="AE3D2E"/>
                </a:solidFill>
              </a:defRPr>
            </a:lvl5pPr>
            <a:lvl6pPr>
              <a:defRPr sz="6600" b="1">
                <a:solidFill>
                  <a:srgbClr val="AE3D2E"/>
                </a:solidFill>
              </a:defRPr>
            </a:lvl6pPr>
            <a:lvl7pPr>
              <a:defRPr sz="6600" b="1">
                <a:solidFill>
                  <a:srgbClr val="AE3D2E"/>
                </a:solidFill>
              </a:defRPr>
            </a:lvl7pPr>
            <a:lvl8pPr>
              <a:defRPr sz="6600" b="1">
                <a:solidFill>
                  <a:srgbClr val="AE3D2E"/>
                </a:solidFill>
              </a:defRPr>
            </a:lvl8pPr>
            <a:lvl9pPr>
              <a:defRPr sz="6600" b="1">
                <a:solidFill>
                  <a:srgbClr val="AE3D2E"/>
                </a:solidFill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AE3D2E"/>
                </a:solidFill>
              </a:defRPr>
            </a:pPr>
            <a:r>
              <a:rPr sz="6600" b="1">
                <a:solidFill>
                  <a:srgbClr val="AE3D2E"/>
                </a:solidFill>
              </a:rPr>
              <a:t>朱红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D3CD3-A6C1-4DE6-969B-98FBC81C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57212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24231F"/>
                </a:solidFill>
              </a:defRPr>
            </a:defPPr>
            <a:lvl1pPr>
              <a:defRPr sz="3000" b="0">
                <a:solidFill>
                  <a:srgbClr val="24231F"/>
                </a:solidFill>
              </a:defRPr>
            </a:lvl1pPr>
            <a:lvl2pPr>
              <a:defRPr sz="3000" b="0">
                <a:solidFill>
                  <a:srgbClr val="24231F"/>
                </a:solidFill>
              </a:defRPr>
            </a:lvl2pPr>
            <a:lvl3pPr>
              <a:defRPr sz="3000" b="0">
                <a:solidFill>
                  <a:srgbClr val="24231F"/>
                </a:solidFill>
              </a:defRPr>
            </a:lvl3pPr>
            <a:lvl4pPr>
              <a:defRPr sz="3000" b="0">
                <a:solidFill>
                  <a:srgbClr val="24231F"/>
                </a:solidFill>
              </a:defRPr>
            </a:lvl4pPr>
            <a:lvl5pPr>
              <a:defRPr sz="3000" b="0">
                <a:solidFill>
                  <a:srgbClr val="24231F"/>
                </a:solidFill>
              </a:defRPr>
            </a:lvl5pPr>
            <a:lvl6pPr>
              <a:defRPr sz="3000" b="0">
                <a:solidFill>
                  <a:srgbClr val="24231F"/>
                </a:solidFill>
              </a:defRPr>
            </a:lvl6pPr>
            <a:lvl7pPr>
              <a:defRPr sz="3000" b="0">
                <a:solidFill>
                  <a:srgbClr val="24231F"/>
                </a:solidFill>
              </a:defRPr>
            </a:lvl7pPr>
            <a:lvl8pPr>
              <a:defRPr sz="3000" b="0">
                <a:solidFill>
                  <a:srgbClr val="24231F"/>
                </a:solidFill>
              </a:defRPr>
            </a:lvl8pPr>
            <a:lvl9pPr>
              <a:defRPr sz="3000" b="0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231F"/>
                </a:solidFill>
              </a:defRPr>
            </a:pPr>
            <a:r>
              <a:rPr sz="3000" b="0">
                <a:solidFill>
                  <a:srgbClr val="24231F"/>
                </a:solidFill>
              </a:rPr>
              <a:t>少一点界面，多一点场景</a:t>
            </a:r>
          </a:p>
        </p:txBody>
      </p:sp>
    </p:spTree>
    <p:extLst>
      <p:ext uri="{BB962C8B-B14F-4D97-AF65-F5344CB8AC3E}">
        <p14:creationId xmlns:p14="http://schemas.microsoft.com/office/powerpoint/2010/main" val="3198933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0C7B9-6227-4E55-A607-3ED4AB24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86F61"/>
                </a:solidFill>
              </a:defRPr>
            </a:defPPr>
            <a:lvl1pPr>
              <a:defRPr sz="1425" b="0">
                <a:solidFill>
                  <a:srgbClr val="786F61"/>
                </a:solidFill>
              </a:defRPr>
            </a:lvl1pPr>
            <a:lvl2pPr>
              <a:defRPr sz="1425" b="0">
                <a:solidFill>
                  <a:srgbClr val="786F61"/>
                </a:solidFill>
              </a:defRPr>
            </a:lvl2pPr>
            <a:lvl3pPr>
              <a:defRPr sz="1425" b="0">
                <a:solidFill>
                  <a:srgbClr val="786F61"/>
                </a:solidFill>
              </a:defRPr>
            </a:lvl3pPr>
            <a:lvl4pPr>
              <a:defRPr sz="1425" b="0">
                <a:solidFill>
                  <a:srgbClr val="786F61"/>
                </a:solidFill>
              </a:defRPr>
            </a:lvl4pPr>
            <a:lvl5pPr>
              <a:defRPr sz="1425" b="0">
                <a:solidFill>
                  <a:srgbClr val="786F61"/>
                </a:solidFill>
              </a:defRPr>
            </a:lvl5pPr>
            <a:lvl6pPr>
              <a:defRPr sz="1425" b="0">
                <a:solidFill>
                  <a:srgbClr val="786F61"/>
                </a:solidFill>
              </a:defRPr>
            </a:lvl6pPr>
            <a:lvl7pPr>
              <a:defRPr sz="1425" b="0">
                <a:solidFill>
                  <a:srgbClr val="786F61"/>
                </a:solidFill>
              </a:defRPr>
            </a:lvl7pPr>
            <a:lvl8pPr>
              <a:defRPr sz="1425" b="0">
                <a:solidFill>
                  <a:srgbClr val="786F61"/>
                </a:solidFill>
              </a:defRPr>
            </a:lvl8pPr>
            <a:lvl9pPr>
              <a:defRPr sz="1425" b="0">
                <a:solidFill>
                  <a:srgbClr val="786F61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86F61"/>
                </a:solidFill>
              </a:defRPr>
            </a:pPr>
            <a:r>
              <a:rPr sz="1425" b="0">
                <a:solidFill>
                  <a:srgbClr val="786F61"/>
                </a:solidFill>
              </a:rPr>
              <a:t>11   /   制作流程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B2CAF-C61C-4C9D-8DB6-D3B127B9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960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86F61"/>
                </a:solidFill>
              </a:defRPr>
            </a:defPPr>
            <a:lvl1pPr>
              <a:defRPr sz="1350" b="0">
                <a:solidFill>
                  <a:srgbClr val="786F61"/>
                </a:solidFill>
              </a:defRPr>
            </a:lvl1pPr>
            <a:lvl2pPr>
              <a:defRPr sz="1350" b="0">
                <a:solidFill>
                  <a:srgbClr val="786F61"/>
                </a:solidFill>
              </a:defRPr>
            </a:lvl2pPr>
            <a:lvl3pPr>
              <a:defRPr sz="1350" b="0">
                <a:solidFill>
                  <a:srgbClr val="786F61"/>
                </a:solidFill>
              </a:defRPr>
            </a:lvl3pPr>
            <a:lvl4pPr>
              <a:defRPr sz="1350" b="0">
                <a:solidFill>
                  <a:srgbClr val="786F61"/>
                </a:solidFill>
              </a:defRPr>
            </a:lvl4pPr>
            <a:lvl5pPr>
              <a:defRPr sz="1350" b="0">
                <a:solidFill>
                  <a:srgbClr val="786F61"/>
                </a:solidFill>
              </a:defRPr>
            </a:lvl5pPr>
            <a:lvl6pPr>
              <a:defRPr sz="1350" b="0">
                <a:solidFill>
                  <a:srgbClr val="786F61"/>
                </a:solidFill>
              </a:defRPr>
            </a:lvl6pPr>
            <a:lvl7pPr>
              <a:defRPr sz="1350" b="0">
                <a:solidFill>
                  <a:srgbClr val="786F61"/>
                </a:solidFill>
              </a:defRPr>
            </a:lvl7pPr>
            <a:lvl8pPr>
              <a:defRPr sz="1350" b="0">
                <a:solidFill>
                  <a:srgbClr val="786F61"/>
                </a:solidFill>
              </a:defRPr>
            </a:lvl8pPr>
            <a:lvl9pPr>
              <a:defRPr sz="1350" b="0">
                <a:solidFill>
                  <a:srgbClr val="786F6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86F61"/>
                </a:solidFill>
              </a:defRPr>
            </a:pPr>
            <a:r>
              <a:rPr sz="1350" b="0">
                <a:solidFill>
                  <a:srgbClr val="786F61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44610-96DF-4C2F-BC66-4EE32B7F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3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0" b="1">
                <a:solidFill>
                  <a:srgbClr val="24231F"/>
                </a:solidFill>
              </a:defRPr>
            </a:defPPr>
            <a:lvl1pPr>
              <a:defRPr sz="6000" b="1">
                <a:solidFill>
                  <a:srgbClr val="24231F"/>
                </a:solidFill>
              </a:defRPr>
            </a:lvl1pPr>
            <a:lvl2pPr>
              <a:defRPr sz="6000" b="1">
                <a:solidFill>
                  <a:srgbClr val="24231F"/>
                </a:solidFill>
              </a:defRPr>
            </a:lvl2pPr>
            <a:lvl3pPr>
              <a:defRPr sz="6000" b="1">
                <a:solidFill>
                  <a:srgbClr val="24231F"/>
                </a:solidFill>
              </a:defRPr>
            </a:lvl3pPr>
            <a:lvl4pPr>
              <a:defRPr sz="6000" b="1">
                <a:solidFill>
                  <a:srgbClr val="24231F"/>
                </a:solidFill>
              </a:defRPr>
            </a:lvl4pPr>
            <a:lvl5pPr>
              <a:defRPr sz="6000" b="1">
                <a:solidFill>
                  <a:srgbClr val="24231F"/>
                </a:solidFill>
              </a:defRPr>
            </a:lvl5pPr>
            <a:lvl6pPr>
              <a:defRPr sz="6000" b="1">
                <a:solidFill>
                  <a:srgbClr val="24231F"/>
                </a:solidFill>
              </a:defRPr>
            </a:lvl6pPr>
            <a:lvl7pPr>
              <a:defRPr sz="6000" b="1">
                <a:solidFill>
                  <a:srgbClr val="24231F"/>
                </a:solidFill>
              </a:defRPr>
            </a:lvl7pPr>
            <a:lvl8pPr>
              <a:defRPr sz="6000" b="1">
                <a:solidFill>
                  <a:srgbClr val="24231F"/>
                </a:solidFill>
              </a:defRPr>
            </a:lvl8pPr>
            <a:lvl9pPr>
              <a:defRPr sz="6000" b="1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24231F"/>
                </a:solidFill>
              </a:defRPr>
            </a:pPr>
            <a:r>
              <a:rPr sz="6000" b="1">
                <a:solidFill>
                  <a:srgbClr val="24231F"/>
                </a:solidFill>
              </a:rPr>
              <a:t>把想法，搭成市集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6AA8C-D18D-48D9-B48D-52988D9C66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205d0bb274393"/>
          <a:stretch xmlns:a="http://schemas.openxmlformats.org/drawingml/2006/main"/>
        </p:blipFill>
        <p:spPr>
          <a:xfrm xmlns:a="http://schemas.openxmlformats.org/drawingml/2006/main">
            <a:off x="4524375" y="1809750"/>
            <a:ext cx="7239000" cy="4524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278DC-159C-4A59-B40A-1C385B5D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4792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24231F"/>
                </a:solidFill>
              </a:defRPr>
            </a:defPPr>
            <a:lvl1pPr>
              <a:defRPr sz="3600" b="0">
                <a:solidFill>
                  <a:srgbClr val="24231F"/>
                </a:solidFill>
              </a:defRPr>
            </a:lvl1pPr>
            <a:lvl2pPr>
              <a:defRPr sz="3600" b="0">
                <a:solidFill>
                  <a:srgbClr val="24231F"/>
                </a:solidFill>
              </a:defRPr>
            </a:lvl2pPr>
            <a:lvl3pPr>
              <a:defRPr sz="3600" b="0">
                <a:solidFill>
                  <a:srgbClr val="24231F"/>
                </a:solidFill>
              </a:defRPr>
            </a:lvl3pPr>
            <a:lvl4pPr>
              <a:defRPr sz="3600" b="0">
                <a:solidFill>
                  <a:srgbClr val="24231F"/>
                </a:solidFill>
              </a:defRPr>
            </a:lvl4pPr>
            <a:lvl5pPr>
              <a:defRPr sz="3600" b="0">
                <a:solidFill>
                  <a:srgbClr val="24231F"/>
                </a:solidFill>
              </a:defRPr>
            </a:lvl5pPr>
            <a:lvl6pPr>
              <a:defRPr sz="3600" b="0">
                <a:solidFill>
                  <a:srgbClr val="24231F"/>
                </a:solidFill>
              </a:defRPr>
            </a:lvl6pPr>
            <a:lvl7pPr>
              <a:defRPr sz="3600" b="0">
                <a:solidFill>
                  <a:srgbClr val="24231F"/>
                </a:solidFill>
              </a:defRPr>
            </a:lvl7pPr>
            <a:lvl8pPr>
              <a:defRPr sz="3600" b="0">
                <a:solidFill>
                  <a:srgbClr val="24231F"/>
                </a:solidFill>
              </a:defRPr>
            </a:lvl8pPr>
            <a:lvl9pPr>
              <a:defRPr sz="3600" b="0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24231F"/>
                </a:solidFill>
              </a:defRPr>
            </a:pPr>
            <a:r>
              <a:rPr sz="3600" b="0">
                <a:solidFill>
                  <a:srgbClr val="24231F"/>
                </a:solidFill>
              </a:rPr>
              <a:t>构思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0B0D0-313B-4289-9E3A-B4549835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24231F"/>
                </a:solidFill>
              </a:defRPr>
            </a:defPPr>
            <a:lvl1pPr>
              <a:defRPr sz="3600" b="0">
                <a:solidFill>
                  <a:srgbClr val="24231F"/>
                </a:solidFill>
              </a:defRPr>
            </a:lvl1pPr>
            <a:lvl2pPr>
              <a:defRPr sz="3600" b="0">
                <a:solidFill>
                  <a:srgbClr val="24231F"/>
                </a:solidFill>
              </a:defRPr>
            </a:lvl2pPr>
            <a:lvl3pPr>
              <a:defRPr sz="3600" b="0">
                <a:solidFill>
                  <a:srgbClr val="24231F"/>
                </a:solidFill>
              </a:defRPr>
            </a:lvl3pPr>
            <a:lvl4pPr>
              <a:defRPr sz="3600" b="0">
                <a:solidFill>
                  <a:srgbClr val="24231F"/>
                </a:solidFill>
              </a:defRPr>
            </a:lvl4pPr>
            <a:lvl5pPr>
              <a:defRPr sz="3600" b="0">
                <a:solidFill>
                  <a:srgbClr val="24231F"/>
                </a:solidFill>
              </a:defRPr>
            </a:lvl5pPr>
            <a:lvl6pPr>
              <a:defRPr sz="3600" b="0">
                <a:solidFill>
                  <a:srgbClr val="24231F"/>
                </a:solidFill>
              </a:defRPr>
            </a:lvl6pPr>
            <a:lvl7pPr>
              <a:defRPr sz="3600" b="0">
                <a:solidFill>
                  <a:srgbClr val="24231F"/>
                </a:solidFill>
              </a:defRPr>
            </a:lvl7pPr>
            <a:lvl8pPr>
              <a:defRPr sz="3600" b="0">
                <a:solidFill>
                  <a:srgbClr val="24231F"/>
                </a:solidFill>
              </a:defRPr>
            </a:lvl8pPr>
            <a:lvl9pPr>
              <a:defRPr sz="3600" b="0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24231F"/>
                </a:solidFill>
              </a:defRPr>
            </a:pPr>
            <a:r>
              <a:rPr sz="3600" b="0">
                <a:solidFill>
                  <a:srgbClr val="24231F"/>
                </a:solidFill>
              </a:rPr>
              <a:t>建模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7BC82-BF6E-4EEE-96B5-9D663F77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95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24231F"/>
                </a:solidFill>
              </a:defRPr>
            </a:defPPr>
            <a:lvl1pPr>
              <a:defRPr sz="3600" b="0">
                <a:solidFill>
                  <a:srgbClr val="24231F"/>
                </a:solidFill>
              </a:defRPr>
            </a:lvl1pPr>
            <a:lvl2pPr>
              <a:defRPr sz="3600" b="0">
                <a:solidFill>
                  <a:srgbClr val="24231F"/>
                </a:solidFill>
              </a:defRPr>
            </a:lvl2pPr>
            <a:lvl3pPr>
              <a:defRPr sz="3600" b="0">
                <a:solidFill>
                  <a:srgbClr val="24231F"/>
                </a:solidFill>
              </a:defRPr>
            </a:lvl3pPr>
            <a:lvl4pPr>
              <a:defRPr sz="3600" b="0">
                <a:solidFill>
                  <a:srgbClr val="24231F"/>
                </a:solidFill>
              </a:defRPr>
            </a:lvl4pPr>
            <a:lvl5pPr>
              <a:defRPr sz="3600" b="0">
                <a:solidFill>
                  <a:srgbClr val="24231F"/>
                </a:solidFill>
              </a:defRPr>
            </a:lvl5pPr>
            <a:lvl6pPr>
              <a:defRPr sz="3600" b="0">
                <a:solidFill>
                  <a:srgbClr val="24231F"/>
                </a:solidFill>
              </a:defRPr>
            </a:lvl6pPr>
            <a:lvl7pPr>
              <a:defRPr sz="3600" b="0">
                <a:solidFill>
                  <a:srgbClr val="24231F"/>
                </a:solidFill>
              </a:defRPr>
            </a:lvl7pPr>
            <a:lvl8pPr>
              <a:defRPr sz="3600" b="0">
                <a:solidFill>
                  <a:srgbClr val="24231F"/>
                </a:solidFill>
              </a:defRPr>
            </a:lvl8pPr>
            <a:lvl9pPr>
              <a:defRPr sz="3600" b="0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24231F"/>
                </a:solidFill>
              </a:defRPr>
            </a:pPr>
            <a:r>
              <a:rPr sz="3600" b="0">
                <a:solidFill>
                  <a:srgbClr val="24231F"/>
                </a:solidFill>
              </a:rPr>
              <a:t>布光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A23BF-A1F2-4B34-90FD-9B7C8028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05400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AE3D2E"/>
                </a:solidFill>
              </a:defRPr>
            </a:defPPr>
            <a:lvl1pPr>
              <a:defRPr sz="3600" b="0">
                <a:solidFill>
                  <a:srgbClr val="AE3D2E"/>
                </a:solidFill>
              </a:defRPr>
            </a:lvl1pPr>
            <a:lvl2pPr>
              <a:defRPr sz="3600" b="0">
                <a:solidFill>
                  <a:srgbClr val="AE3D2E"/>
                </a:solidFill>
              </a:defRPr>
            </a:lvl2pPr>
            <a:lvl3pPr>
              <a:defRPr sz="3600" b="0">
                <a:solidFill>
                  <a:srgbClr val="AE3D2E"/>
                </a:solidFill>
              </a:defRPr>
            </a:lvl3pPr>
            <a:lvl4pPr>
              <a:defRPr sz="3600" b="0">
                <a:solidFill>
                  <a:srgbClr val="AE3D2E"/>
                </a:solidFill>
              </a:defRPr>
            </a:lvl4pPr>
            <a:lvl5pPr>
              <a:defRPr sz="3600" b="0">
                <a:solidFill>
                  <a:srgbClr val="AE3D2E"/>
                </a:solidFill>
              </a:defRPr>
            </a:lvl5pPr>
            <a:lvl6pPr>
              <a:defRPr sz="3600" b="0">
                <a:solidFill>
                  <a:srgbClr val="AE3D2E"/>
                </a:solidFill>
              </a:defRPr>
            </a:lvl6pPr>
            <a:lvl7pPr>
              <a:defRPr sz="3600" b="0">
                <a:solidFill>
                  <a:srgbClr val="AE3D2E"/>
                </a:solidFill>
              </a:defRPr>
            </a:lvl7pPr>
            <a:lvl8pPr>
              <a:defRPr sz="3600" b="0">
                <a:solidFill>
                  <a:srgbClr val="AE3D2E"/>
                </a:solidFill>
              </a:defRPr>
            </a:lvl8pPr>
            <a:lvl9pPr>
              <a:defRPr sz="3600" b="0">
                <a:solidFill>
                  <a:srgbClr val="AE3D2E"/>
                </a:solidFill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AE3D2E"/>
                </a:solidFill>
              </a:defRPr>
            </a:pPr>
            <a:r>
              <a:rPr sz="3600" b="0">
                <a:solidFill>
                  <a:srgbClr val="AE3D2E"/>
                </a:solidFill>
              </a:rPr>
              <a:t>交互</a:t>
            </a:r>
          </a:p>
        </p:txBody>
      </p:sp>
    </p:spTree>
    <p:extLst>
      <p:ext uri="{BB962C8B-B14F-4D97-AF65-F5344CB8AC3E}">
        <p14:creationId xmlns:p14="http://schemas.microsoft.com/office/powerpoint/2010/main" val="16772410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2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8399EF-1B59-4B7F-8D2C-413A225D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86F61"/>
                </a:solidFill>
              </a:defRPr>
            </a:defPPr>
            <a:lvl1pPr>
              <a:defRPr sz="1425" b="0">
                <a:solidFill>
                  <a:srgbClr val="786F61"/>
                </a:solidFill>
              </a:defRPr>
            </a:lvl1pPr>
            <a:lvl2pPr>
              <a:defRPr sz="1425" b="0">
                <a:solidFill>
                  <a:srgbClr val="786F61"/>
                </a:solidFill>
              </a:defRPr>
            </a:lvl2pPr>
            <a:lvl3pPr>
              <a:defRPr sz="1425" b="0">
                <a:solidFill>
                  <a:srgbClr val="786F61"/>
                </a:solidFill>
              </a:defRPr>
            </a:lvl3pPr>
            <a:lvl4pPr>
              <a:defRPr sz="1425" b="0">
                <a:solidFill>
                  <a:srgbClr val="786F61"/>
                </a:solidFill>
              </a:defRPr>
            </a:lvl4pPr>
            <a:lvl5pPr>
              <a:defRPr sz="1425" b="0">
                <a:solidFill>
                  <a:srgbClr val="786F61"/>
                </a:solidFill>
              </a:defRPr>
            </a:lvl5pPr>
            <a:lvl6pPr>
              <a:defRPr sz="1425" b="0">
                <a:solidFill>
                  <a:srgbClr val="786F61"/>
                </a:solidFill>
              </a:defRPr>
            </a:lvl6pPr>
            <a:lvl7pPr>
              <a:defRPr sz="1425" b="0">
                <a:solidFill>
                  <a:srgbClr val="786F61"/>
                </a:solidFill>
              </a:defRPr>
            </a:lvl7pPr>
            <a:lvl8pPr>
              <a:defRPr sz="1425" b="0">
                <a:solidFill>
                  <a:srgbClr val="786F61"/>
                </a:solidFill>
              </a:defRPr>
            </a:lvl8pPr>
            <a:lvl9pPr>
              <a:defRPr sz="1425" b="0">
                <a:solidFill>
                  <a:srgbClr val="786F61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86F61"/>
                </a:solidFill>
              </a:defRPr>
            </a:pPr>
            <a:r>
              <a:rPr sz="1425" b="0">
                <a:solidFill>
                  <a:srgbClr val="786F61"/>
                </a:solidFill>
              </a:rPr>
              <a:t>12   /   制作素材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A290A-AB11-4EEA-991A-E3455588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960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86F61"/>
                </a:solidFill>
              </a:defRPr>
            </a:defPPr>
            <a:lvl1pPr>
              <a:defRPr sz="1350" b="0">
                <a:solidFill>
                  <a:srgbClr val="786F61"/>
                </a:solidFill>
              </a:defRPr>
            </a:lvl1pPr>
            <a:lvl2pPr>
              <a:defRPr sz="1350" b="0">
                <a:solidFill>
                  <a:srgbClr val="786F61"/>
                </a:solidFill>
              </a:defRPr>
            </a:lvl2pPr>
            <a:lvl3pPr>
              <a:defRPr sz="1350" b="0">
                <a:solidFill>
                  <a:srgbClr val="786F61"/>
                </a:solidFill>
              </a:defRPr>
            </a:lvl3pPr>
            <a:lvl4pPr>
              <a:defRPr sz="1350" b="0">
                <a:solidFill>
                  <a:srgbClr val="786F61"/>
                </a:solidFill>
              </a:defRPr>
            </a:lvl4pPr>
            <a:lvl5pPr>
              <a:defRPr sz="1350" b="0">
                <a:solidFill>
                  <a:srgbClr val="786F61"/>
                </a:solidFill>
              </a:defRPr>
            </a:lvl5pPr>
            <a:lvl6pPr>
              <a:defRPr sz="1350" b="0">
                <a:solidFill>
                  <a:srgbClr val="786F61"/>
                </a:solidFill>
              </a:defRPr>
            </a:lvl6pPr>
            <a:lvl7pPr>
              <a:defRPr sz="1350" b="0">
                <a:solidFill>
                  <a:srgbClr val="786F61"/>
                </a:solidFill>
              </a:defRPr>
            </a:lvl7pPr>
            <a:lvl8pPr>
              <a:defRPr sz="1350" b="0">
                <a:solidFill>
                  <a:srgbClr val="786F61"/>
                </a:solidFill>
              </a:defRPr>
            </a:lvl8pPr>
            <a:lvl9pPr>
              <a:defRPr sz="1350" b="0">
                <a:solidFill>
                  <a:srgbClr val="786F6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86F61"/>
                </a:solidFill>
              </a:defRPr>
            </a:pPr>
            <a:r>
              <a:rPr sz="1350" b="0">
                <a:solidFill>
                  <a:srgbClr val="786F61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FE3ED7-A857-4594-A1D7-047B0867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4875"/>
            <a:ext cx="1123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24231F"/>
                </a:solidFill>
              </a:defRPr>
            </a:defPPr>
            <a:lvl1pPr>
              <a:defRPr sz="5700" b="1">
                <a:solidFill>
                  <a:srgbClr val="24231F"/>
                </a:solidFill>
              </a:defRPr>
            </a:lvl1pPr>
            <a:lvl2pPr>
              <a:defRPr sz="5700" b="1">
                <a:solidFill>
                  <a:srgbClr val="24231F"/>
                </a:solidFill>
              </a:defRPr>
            </a:lvl2pPr>
            <a:lvl3pPr>
              <a:defRPr sz="5700" b="1">
                <a:solidFill>
                  <a:srgbClr val="24231F"/>
                </a:solidFill>
              </a:defRPr>
            </a:lvl3pPr>
            <a:lvl4pPr>
              <a:defRPr sz="5700" b="1">
                <a:solidFill>
                  <a:srgbClr val="24231F"/>
                </a:solidFill>
              </a:defRPr>
            </a:lvl4pPr>
            <a:lvl5pPr>
              <a:defRPr sz="5700" b="1">
                <a:solidFill>
                  <a:srgbClr val="24231F"/>
                </a:solidFill>
              </a:defRPr>
            </a:lvl5pPr>
            <a:lvl6pPr>
              <a:defRPr sz="5700" b="1">
                <a:solidFill>
                  <a:srgbClr val="24231F"/>
                </a:solidFill>
              </a:defRPr>
            </a:lvl6pPr>
            <a:lvl7pPr>
              <a:defRPr sz="5700" b="1">
                <a:solidFill>
                  <a:srgbClr val="24231F"/>
                </a:solidFill>
              </a:defRPr>
            </a:lvl7pPr>
            <a:lvl8pPr>
              <a:defRPr sz="5700" b="1">
                <a:solidFill>
                  <a:srgbClr val="24231F"/>
                </a:solidFill>
              </a:defRPr>
            </a:lvl8pPr>
            <a:lvl9pPr>
              <a:defRPr sz="5700" b="1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24231F"/>
                </a:solidFill>
              </a:defRPr>
            </a:pPr>
            <a:r>
              <a:rPr sz="5700" b="1">
                <a:solidFill>
                  <a:srgbClr val="24231F"/>
                </a:solidFill>
              </a:rPr>
              <a:t>场景 × 材质 × 器物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BCE06-B37B-4B6E-9AE0-3501F1C2ED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12db45daa4cb1"/>
          <a:stretch xmlns:a="http://schemas.openxmlformats.org/drawingml/2006/main"/>
        </p:blipFill>
        <p:spPr>
          <a:xfrm xmlns:a="http://schemas.openxmlformats.org/drawingml/2006/main">
            <a:off x="-47625" y="2333625"/>
            <a:ext cx="5715000" cy="357187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479704-EE26-4388-B616-B83ABAA05D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5dcc4c58646eb"/>
          <a:stretch xmlns:a="http://schemas.openxmlformats.org/drawingml/2006/main"/>
        </p:blipFill>
        <p:spPr>
          <a:xfrm xmlns:a="http://schemas.openxmlformats.org/drawingml/2006/main">
            <a:off x="5429250" y="2667000"/>
            <a:ext cx="3048000" cy="304800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BC6A7-2A64-46AD-B886-8465BC865A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cf332962874589"/>
          <a:stretch xmlns:a="http://schemas.openxmlformats.org/drawingml/2006/main"/>
        </p:blipFill>
        <p:spPr>
          <a:xfrm xmlns:a="http://schemas.openxmlformats.org/drawingml/2006/main">
            <a:off x="8382000" y="2571750"/>
            <a:ext cx="3238500" cy="3238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CA617-2973-45CB-9807-3091CA9B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340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24231F"/>
                </a:solidFill>
              </a:defRPr>
            </a:defPPr>
            <a:lvl1pPr>
              <a:defRPr sz="2850" b="0">
                <a:solidFill>
                  <a:srgbClr val="24231F"/>
                </a:solidFill>
              </a:defRPr>
            </a:lvl1pPr>
            <a:lvl2pPr>
              <a:defRPr sz="2850" b="0">
                <a:solidFill>
                  <a:srgbClr val="24231F"/>
                </a:solidFill>
              </a:defRPr>
            </a:lvl2pPr>
            <a:lvl3pPr>
              <a:defRPr sz="2850" b="0">
                <a:solidFill>
                  <a:srgbClr val="24231F"/>
                </a:solidFill>
              </a:defRPr>
            </a:lvl3pPr>
            <a:lvl4pPr>
              <a:defRPr sz="2850" b="0">
                <a:solidFill>
                  <a:srgbClr val="24231F"/>
                </a:solidFill>
              </a:defRPr>
            </a:lvl4pPr>
            <a:lvl5pPr>
              <a:defRPr sz="2850" b="0">
                <a:solidFill>
                  <a:srgbClr val="24231F"/>
                </a:solidFill>
              </a:defRPr>
            </a:lvl5pPr>
            <a:lvl6pPr>
              <a:defRPr sz="2850" b="0">
                <a:solidFill>
                  <a:srgbClr val="24231F"/>
                </a:solidFill>
              </a:defRPr>
            </a:lvl6pPr>
            <a:lvl7pPr>
              <a:defRPr sz="2850" b="0">
                <a:solidFill>
                  <a:srgbClr val="24231F"/>
                </a:solidFill>
              </a:defRPr>
            </a:lvl7pPr>
            <a:lvl8pPr>
              <a:defRPr sz="2850" b="0">
                <a:solidFill>
                  <a:srgbClr val="24231F"/>
                </a:solidFill>
              </a:defRPr>
            </a:lvl8pPr>
            <a:lvl9pPr>
              <a:defRPr sz="2850" b="0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231F"/>
                </a:solidFill>
              </a:defRPr>
            </a:pPr>
            <a:r>
              <a:rPr sz="2850" b="0">
                <a:solidFill>
                  <a:srgbClr val="24231F"/>
                </a:solidFill>
              </a:rPr>
              <a:t>模型资产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845B9-4E88-4A83-8F4C-C901C7F6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340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24231F"/>
                </a:solidFill>
              </a:defRPr>
            </a:defPPr>
            <a:lvl1pPr>
              <a:defRPr sz="2850" b="0">
                <a:solidFill>
                  <a:srgbClr val="24231F"/>
                </a:solidFill>
              </a:defRPr>
            </a:lvl1pPr>
            <a:lvl2pPr>
              <a:defRPr sz="2850" b="0">
                <a:solidFill>
                  <a:srgbClr val="24231F"/>
                </a:solidFill>
              </a:defRPr>
            </a:lvl2pPr>
            <a:lvl3pPr>
              <a:defRPr sz="2850" b="0">
                <a:solidFill>
                  <a:srgbClr val="24231F"/>
                </a:solidFill>
              </a:defRPr>
            </a:lvl3pPr>
            <a:lvl4pPr>
              <a:defRPr sz="2850" b="0">
                <a:solidFill>
                  <a:srgbClr val="24231F"/>
                </a:solidFill>
              </a:defRPr>
            </a:lvl4pPr>
            <a:lvl5pPr>
              <a:defRPr sz="2850" b="0">
                <a:solidFill>
                  <a:srgbClr val="24231F"/>
                </a:solidFill>
              </a:defRPr>
            </a:lvl5pPr>
            <a:lvl6pPr>
              <a:defRPr sz="2850" b="0">
                <a:solidFill>
                  <a:srgbClr val="24231F"/>
                </a:solidFill>
              </a:defRPr>
            </a:lvl6pPr>
            <a:lvl7pPr>
              <a:defRPr sz="2850" b="0">
                <a:solidFill>
                  <a:srgbClr val="24231F"/>
                </a:solidFill>
              </a:defRPr>
            </a:lvl7pPr>
            <a:lvl8pPr>
              <a:defRPr sz="2850" b="0">
                <a:solidFill>
                  <a:srgbClr val="24231F"/>
                </a:solidFill>
              </a:defRPr>
            </a:lvl8pPr>
            <a:lvl9pPr>
              <a:defRPr sz="2850" b="0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4231F"/>
                </a:solidFill>
              </a:defRPr>
            </a:pPr>
            <a:r>
              <a:rPr sz="2850" b="0">
                <a:solidFill>
                  <a:srgbClr val="24231F"/>
                </a:solidFill>
              </a:rPr>
              <a:t>材质与贴图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A531E-9044-4DF0-9648-B037C41E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34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AE3D2E"/>
                </a:solidFill>
              </a:defRPr>
            </a:defPPr>
            <a:lvl1pPr>
              <a:defRPr sz="2850" b="0">
                <a:solidFill>
                  <a:srgbClr val="AE3D2E"/>
                </a:solidFill>
              </a:defRPr>
            </a:lvl1pPr>
            <a:lvl2pPr>
              <a:defRPr sz="2850" b="0">
                <a:solidFill>
                  <a:srgbClr val="AE3D2E"/>
                </a:solidFill>
              </a:defRPr>
            </a:lvl2pPr>
            <a:lvl3pPr>
              <a:defRPr sz="2850" b="0">
                <a:solidFill>
                  <a:srgbClr val="AE3D2E"/>
                </a:solidFill>
              </a:defRPr>
            </a:lvl3pPr>
            <a:lvl4pPr>
              <a:defRPr sz="2850" b="0">
                <a:solidFill>
                  <a:srgbClr val="AE3D2E"/>
                </a:solidFill>
              </a:defRPr>
            </a:lvl4pPr>
            <a:lvl5pPr>
              <a:defRPr sz="2850" b="0">
                <a:solidFill>
                  <a:srgbClr val="AE3D2E"/>
                </a:solidFill>
              </a:defRPr>
            </a:lvl5pPr>
            <a:lvl6pPr>
              <a:defRPr sz="2850" b="0">
                <a:solidFill>
                  <a:srgbClr val="AE3D2E"/>
                </a:solidFill>
              </a:defRPr>
            </a:lvl6pPr>
            <a:lvl7pPr>
              <a:defRPr sz="2850" b="0">
                <a:solidFill>
                  <a:srgbClr val="AE3D2E"/>
                </a:solidFill>
              </a:defRPr>
            </a:lvl7pPr>
            <a:lvl8pPr>
              <a:defRPr sz="2850" b="0">
                <a:solidFill>
                  <a:srgbClr val="AE3D2E"/>
                </a:solidFill>
              </a:defRPr>
            </a:lvl8pPr>
            <a:lvl9pPr>
              <a:defRPr sz="2850" b="0">
                <a:solidFill>
                  <a:srgbClr val="AE3D2E"/>
                </a:solidFill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AE3D2E"/>
                </a:solidFill>
              </a:defRPr>
            </a:pPr>
            <a:r>
              <a:rPr sz="2850" b="0">
                <a:solidFill>
                  <a:srgbClr val="AE3D2E"/>
                </a:solidFill>
              </a:rPr>
              <a:t>网页呈现</a:t>
            </a:r>
          </a:p>
        </p:txBody>
      </p:sp>
    </p:spTree>
    <p:extLst>
      <p:ext uri="{BB962C8B-B14F-4D97-AF65-F5344CB8AC3E}">
        <p14:creationId xmlns:p14="http://schemas.microsoft.com/office/powerpoint/2010/main" val="21363658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421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E5217-F534-491F-A95A-59C420F8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D8C6A7"/>
                </a:solidFill>
              </a:defRPr>
            </a:defPPr>
            <a:lvl1pPr>
              <a:defRPr sz="1425" b="0">
                <a:solidFill>
                  <a:srgbClr val="D8C6A7"/>
                </a:solidFill>
              </a:defRPr>
            </a:lvl1pPr>
            <a:lvl2pPr>
              <a:defRPr sz="1425" b="0">
                <a:solidFill>
                  <a:srgbClr val="D8C6A7"/>
                </a:solidFill>
              </a:defRPr>
            </a:lvl2pPr>
            <a:lvl3pPr>
              <a:defRPr sz="1425" b="0">
                <a:solidFill>
                  <a:srgbClr val="D8C6A7"/>
                </a:solidFill>
              </a:defRPr>
            </a:lvl3pPr>
            <a:lvl4pPr>
              <a:defRPr sz="1425" b="0">
                <a:solidFill>
                  <a:srgbClr val="D8C6A7"/>
                </a:solidFill>
              </a:defRPr>
            </a:lvl4pPr>
            <a:lvl5pPr>
              <a:defRPr sz="1425" b="0">
                <a:solidFill>
                  <a:srgbClr val="D8C6A7"/>
                </a:solidFill>
              </a:defRPr>
            </a:lvl5pPr>
            <a:lvl6pPr>
              <a:defRPr sz="1425" b="0">
                <a:solidFill>
                  <a:srgbClr val="D8C6A7"/>
                </a:solidFill>
              </a:defRPr>
            </a:lvl6pPr>
            <a:lvl7pPr>
              <a:defRPr sz="1425" b="0">
                <a:solidFill>
                  <a:srgbClr val="D8C6A7"/>
                </a:solidFill>
              </a:defRPr>
            </a:lvl7pPr>
            <a:lvl8pPr>
              <a:defRPr sz="1425" b="0">
                <a:solidFill>
                  <a:srgbClr val="D8C6A7"/>
                </a:solidFill>
              </a:defRPr>
            </a:lvl8pPr>
            <a:lvl9pPr>
              <a:defRPr sz="1425" b="0">
                <a:solidFill>
                  <a:srgbClr val="D8C6A7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8C6A7"/>
                </a:solidFill>
              </a:defRPr>
            </a:pPr>
            <a:r>
              <a:rPr sz="1425" b="0">
                <a:solidFill>
                  <a:srgbClr val="D8C6A7"/>
                </a:solidFill>
              </a:rPr>
              <a:t>13   /   展示价值与应用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F77DE-6BB4-4584-BEE3-36F3B8D7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960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D8C6A7"/>
                </a:solidFill>
              </a:defRPr>
            </a:defPPr>
            <a:lvl1pPr>
              <a:defRPr sz="1350" b="0">
                <a:solidFill>
                  <a:srgbClr val="D8C6A7"/>
                </a:solidFill>
              </a:defRPr>
            </a:lvl1pPr>
            <a:lvl2pPr>
              <a:defRPr sz="1350" b="0">
                <a:solidFill>
                  <a:srgbClr val="D8C6A7"/>
                </a:solidFill>
              </a:defRPr>
            </a:lvl2pPr>
            <a:lvl3pPr>
              <a:defRPr sz="1350" b="0">
                <a:solidFill>
                  <a:srgbClr val="D8C6A7"/>
                </a:solidFill>
              </a:defRPr>
            </a:lvl3pPr>
            <a:lvl4pPr>
              <a:defRPr sz="1350" b="0">
                <a:solidFill>
                  <a:srgbClr val="D8C6A7"/>
                </a:solidFill>
              </a:defRPr>
            </a:lvl4pPr>
            <a:lvl5pPr>
              <a:defRPr sz="1350" b="0">
                <a:solidFill>
                  <a:srgbClr val="D8C6A7"/>
                </a:solidFill>
              </a:defRPr>
            </a:lvl5pPr>
            <a:lvl6pPr>
              <a:defRPr sz="1350" b="0">
                <a:solidFill>
                  <a:srgbClr val="D8C6A7"/>
                </a:solidFill>
              </a:defRPr>
            </a:lvl6pPr>
            <a:lvl7pPr>
              <a:defRPr sz="1350" b="0">
                <a:solidFill>
                  <a:srgbClr val="D8C6A7"/>
                </a:solidFill>
              </a:defRPr>
            </a:lvl7pPr>
            <a:lvl8pPr>
              <a:defRPr sz="1350" b="0">
                <a:solidFill>
                  <a:srgbClr val="D8C6A7"/>
                </a:solidFill>
              </a:defRPr>
            </a:lvl8pPr>
            <a:lvl9pPr>
              <a:defRPr sz="1350" b="0">
                <a:solidFill>
                  <a:srgbClr val="D8C6A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D8C6A7"/>
                </a:solidFill>
              </a:defRPr>
            </a:pPr>
            <a:r>
              <a:rPr sz="1350" b="0">
                <a:solidFill>
                  <a:srgbClr val="D8C6A7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8C755-E0AE-4674-BD9E-FB748DEE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123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F2EBDD"/>
                </a:solidFill>
              </a:defRPr>
            </a:defPPr>
            <a:lvl1pPr>
              <a:defRPr sz="5700" b="1">
                <a:solidFill>
                  <a:srgbClr val="F2EBDD"/>
                </a:solidFill>
              </a:defRPr>
            </a:lvl1pPr>
            <a:lvl2pPr>
              <a:defRPr sz="5700" b="1">
                <a:solidFill>
                  <a:srgbClr val="F2EBDD"/>
                </a:solidFill>
              </a:defRPr>
            </a:lvl2pPr>
            <a:lvl3pPr>
              <a:defRPr sz="5700" b="1">
                <a:solidFill>
                  <a:srgbClr val="F2EBDD"/>
                </a:solidFill>
              </a:defRPr>
            </a:lvl3pPr>
            <a:lvl4pPr>
              <a:defRPr sz="5700" b="1">
                <a:solidFill>
                  <a:srgbClr val="F2EBDD"/>
                </a:solidFill>
              </a:defRPr>
            </a:lvl4pPr>
            <a:lvl5pPr>
              <a:defRPr sz="5700" b="1">
                <a:solidFill>
                  <a:srgbClr val="F2EBDD"/>
                </a:solidFill>
              </a:defRPr>
            </a:lvl5pPr>
            <a:lvl6pPr>
              <a:defRPr sz="5700" b="1">
                <a:solidFill>
                  <a:srgbClr val="F2EBDD"/>
                </a:solidFill>
              </a:defRPr>
            </a:lvl6pPr>
            <a:lvl7pPr>
              <a:defRPr sz="5700" b="1">
                <a:solidFill>
                  <a:srgbClr val="F2EBDD"/>
                </a:solidFill>
              </a:defRPr>
            </a:lvl7pPr>
            <a:lvl8pPr>
              <a:defRPr sz="5700" b="1">
                <a:solidFill>
                  <a:srgbClr val="F2EBDD"/>
                </a:solidFill>
              </a:defRPr>
            </a:lvl8pPr>
            <a:lvl9pPr>
              <a:defRPr sz="5700" b="1">
                <a:solidFill>
                  <a:srgbClr val="F2EBDD"/>
                </a:solidFill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2EBDD"/>
                </a:solidFill>
              </a:defRPr>
            </a:pPr>
            <a:r>
              <a:rPr sz="5700" b="1">
                <a:solidFill>
                  <a:srgbClr val="F2EBDD"/>
                </a:solidFill>
              </a:rPr>
              <a:t>让人愿意，多逛一会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287CE-C880-4A4E-9978-2D67F056E0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2685808c804a0c"/>
          <a:stretch xmlns:a="http://schemas.openxmlformats.org/drawingml/2006/main"/>
        </p:blipFill>
        <p:spPr>
          <a:xfrm xmlns:a="http://schemas.openxmlformats.org/drawingml/2006/main">
            <a:off x="4905375" y="2190750"/>
            <a:ext cx="6858000" cy="4286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2AEDA9-613A-4D7E-B175-00504E39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1937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0">
                <a:solidFill>
                  <a:srgbClr val="E7A45D"/>
                </a:solidFill>
              </a:defRPr>
            </a:defPPr>
            <a:lvl1pPr>
              <a:defRPr sz="3675" b="0">
                <a:solidFill>
                  <a:srgbClr val="E7A45D"/>
                </a:solidFill>
              </a:defRPr>
            </a:lvl1pPr>
            <a:lvl2pPr>
              <a:defRPr sz="3675" b="0">
                <a:solidFill>
                  <a:srgbClr val="E7A45D"/>
                </a:solidFill>
              </a:defRPr>
            </a:lvl2pPr>
            <a:lvl3pPr>
              <a:defRPr sz="3675" b="0">
                <a:solidFill>
                  <a:srgbClr val="E7A45D"/>
                </a:solidFill>
              </a:defRPr>
            </a:lvl3pPr>
            <a:lvl4pPr>
              <a:defRPr sz="3675" b="0">
                <a:solidFill>
                  <a:srgbClr val="E7A45D"/>
                </a:solidFill>
              </a:defRPr>
            </a:lvl4pPr>
            <a:lvl5pPr>
              <a:defRPr sz="3675" b="0">
                <a:solidFill>
                  <a:srgbClr val="E7A45D"/>
                </a:solidFill>
              </a:defRPr>
            </a:lvl5pPr>
            <a:lvl6pPr>
              <a:defRPr sz="3675" b="0">
                <a:solidFill>
                  <a:srgbClr val="E7A45D"/>
                </a:solidFill>
              </a:defRPr>
            </a:lvl6pPr>
            <a:lvl7pPr>
              <a:defRPr sz="3675" b="0">
                <a:solidFill>
                  <a:srgbClr val="E7A45D"/>
                </a:solidFill>
              </a:defRPr>
            </a:lvl7pPr>
            <a:lvl8pPr>
              <a:defRPr sz="3675" b="0">
                <a:solidFill>
                  <a:srgbClr val="E7A45D"/>
                </a:solidFill>
              </a:defRPr>
            </a:lvl8pPr>
            <a:lvl9pPr>
              <a:defRPr sz="3675" b="0">
                <a:solidFill>
                  <a:srgbClr val="E7A45D"/>
                </a:solidFill>
              </a:defRPr>
            </a:lvl9pPr>
          </a:lstStyle>
          <a:p xmlns:a="http://schemas.openxmlformats.org/drawingml/2006/main">
            <a:pPr>
              <a:defRPr sz="3675" b="0">
                <a:solidFill>
                  <a:srgbClr val="E7A45D"/>
                </a:solidFill>
              </a:defRPr>
            </a:pPr>
            <a:r>
              <a:rPr sz="3675" b="0">
                <a:solidFill>
                  <a:srgbClr val="E7A45D"/>
                </a:solidFill>
              </a:rPr>
              <a:t>时间叙事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BF648-7319-4F85-BE41-17CDEA9E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5282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0">
                <a:solidFill>
                  <a:srgbClr val="F2EBDD"/>
                </a:solidFill>
              </a:defRPr>
            </a:defPPr>
            <a:lvl1pPr>
              <a:defRPr sz="3675" b="0">
                <a:solidFill>
                  <a:srgbClr val="F2EBDD"/>
                </a:solidFill>
              </a:defRPr>
            </a:lvl1pPr>
            <a:lvl2pPr>
              <a:defRPr sz="3675" b="0">
                <a:solidFill>
                  <a:srgbClr val="F2EBDD"/>
                </a:solidFill>
              </a:defRPr>
            </a:lvl2pPr>
            <a:lvl3pPr>
              <a:defRPr sz="3675" b="0">
                <a:solidFill>
                  <a:srgbClr val="F2EBDD"/>
                </a:solidFill>
              </a:defRPr>
            </a:lvl3pPr>
            <a:lvl4pPr>
              <a:defRPr sz="3675" b="0">
                <a:solidFill>
                  <a:srgbClr val="F2EBDD"/>
                </a:solidFill>
              </a:defRPr>
            </a:lvl4pPr>
            <a:lvl5pPr>
              <a:defRPr sz="3675" b="0">
                <a:solidFill>
                  <a:srgbClr val="F2EBDD"/>
                </a:solidFill>
              </a:defRPr>
            </a:lvl5pPr>
            <a:lvl6pPr>
              <a:defRPr sz="3675" b="0">
                <a:solidFill>
                  <a:srgbClr val="F2EBDD"/>
                </a:solidFill>
              </a:defRPr>
            </a:lvl6pPr>
            <a:lvl7pPr>
              <a:defRPr sz="3675" b="0">
                <a:solidFill>
                  <a:srgbClr val="F2EBDD"/>
                </a:solidFill>
              </a:defRPr>
            </a:lvl7pPr>
            <a:lvl8pPr>
              <a:defRPr sz="3675" b="0">
                <a:solidFill>
                  <a:srgbClr val="F2EBDD"/>
                </a:solidFill>
              </a:defRPr>
            </a:lvl8pPr>
            <a:lvl9pPr>
              <a:defRPr sz="3675" b="0">
                <a:solidFill>
                  <a:srgbClr val="F2EBDD"/>
                </a:solidFill>
              </a:defRPr>
            </a:lvl9pPr>
          </a:lstStyle>
          <a:p xmlns:a="http://schemas.openxmlformats.org/drawingml/2006/main">
            <a:pPr>
              <a:defRPr sz="3675" b="0">
                <a:solidFill>
                  <a:srgbClr val="F2EBDD"/>
                </a:solidFill>
              </a:defRPr>
            </a:pPr>
            <a:r>
              <a:rPr sz="3675" b="0">
                <a:solidFill>
                  <a:srgbClr val="F2EBDD"/>
                </a:solidFill>
              </a:rPr>
              <a:t>空间探索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CBF031-1322-4B81-91A0-14217E1C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8627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0">
                <a:solidFill>
                  <a:srgbClr val="F2EBDD"/>
                </a:solidFill>
              </a:defRPr>
            </a:defPPr>
            <a:lvl1pPr>
              <a:defRPr sz="3675" b="0">
                <a:solidFill>
                  <a:srgbClr val="F2EBDD"/>
                </a:solidFill>
              </a:defRPr>
            </a:lvl1pPr>
            <a:lvl2pPr>
              <a:defRPr sz="3675" b="0">
                <a:solidFill>
                  <a:srgbClr val="F2EBDD"/>
                </a:solidFill>
              </a:defRPr>
            </a:lvl2pPr>
            <a:lvl3pPr>
              <a:defRPr sz="3675" b="0">
                <a:solidFill>
                  <a:srgbClr val="F2EBDD"/>
                </a:solidFill>
              </a:defRPr>
            </a:lvl3pPr>
            <a:lvl4pPr>
              <a:defRPr sz="3675" b="0">
                <a:solidFill>
                  <a:srgbClr val="F2EBDD"/>
                </a:solidFill>
              </a:defRPr>
            </a:lvl4pPr>
            <a:lvl5pPr>
              <a:defRPr sz="3675" b="0">
                <a:solidFill>
                  <a:srgbClr val="F2EBDD"/>
                </a:solidFill>
              </a:defRPr>
            </a:lvl5pPr>
            <a:lvl6pPr>
              <a:defRPr sz="3675" b="0">
                <a:solidFill>
                  <a:srgbClr val="F2EBDD"/>
                </a:solidFill>
              </a:defRPr>
            </a:lvl6pPr>
            <a:lvl7pPr>
              <a:defRPr sz="3675" b="0">
                <a:solidFill>
                  <a:srgbClr val="F2EBDD"/>
                </a:solidFill>
              </a:defRPr>
            </a:lvl7pPr>
            <a:lvl8pPr>
              <a:defRPr sz="3675" b="0">
                <a:solidFill>
                  <a:srgbClr val="F2EBDD"/>
                </a:solidFill>
              </a:defRPr>
            </a:lvl8pPr>
            <a:lvl9pPr>
              <a:defRPr sz="3675" b="0">
                <a:solidFill>
                  <a:srgbClr val="F2EBDD"/>
                </a:solidFill>
              </a:defRPr>
            </a:lvl9pPr>
          </a:lstStyle>
          <a:p xmlns:a="http://schemas.openxmlformats.org/drawingml/2006/main">
            <a:pPr>
              <a:defRPr sz="3675" b="0">
                <a:solidFill>
                  <a:srgbClr val="F2EBDD"/>
                </a:solidFill>
              </a:defRPr>
            </a:pPr>
            <a:r>
              <a:rPr sz="3675" b="0">
                <a:solidFill>
                  <a:srgbClr val="F2EBDD"/>
                </a:solidFill>
              </a:rPr>
              <a:t>器物细看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4B6F1-264F-43FC-A473-378610A2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769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D8C6A7"/>
                </a:solidFill>
              </a:defRPr>
            </a:defPPr>
            <a:lvl1pPr>
              <a:defRPr sz="1950" b="0">
                <a:solidFill>
                  <a:srgbClr val="D8C6A7"/>
                </a:solidFill>
              </a:defRPr>
            </a:lvl1pPr>
            <a:lvl2pPr>
              <a:defRPr sz="1950" b="0">
                <a:solidFill>
                  <a:srgbClr val="D8C6A7"/>
                </a:solidFill>
              </a:defRPr>
            </a:lvl2pPr>
            <a:lvl3pPr>
              <a:defRPr sz="1950" b="0">
                <a:solidFill>
                  <a:srgbClr val="D8C6A7"/>
                </a:solidFill>
              </a:defRPr>
            </a:lvl3pPr>
            <a:lvl4pPr>
              <a:defRPr sz="1950" b="0">
                <a:solidFill>
                  <a:srgbClr val="D8C6A7"/>
                </a:solidFill>
              </a:defRPr>
            </a:lvl4pPr>
            <a:lvl5pPr>
              <a:defRPr sz="1950" b="0">
                <a:solidFill>
                  <a:srgbClr val="D8C6A7"/>
                </a:solidFill>
              </a:defRPr>
            </a:lvl5pPr>
            <a:lvl6pPr>
              <a:defRPr sz="1950" b="0">
                <a:solidFill>
                  <a:srgbClr val="D8C6A7"/>
                </a:solidFill>
              </a:defRPr>
            </a:lvl6pPr>
            <a:lvl7pPr>
              <a:defRPr sz="1950" b="0">
                <a:solidFill>
                  <a:srgbClr val="D8C6A7"/>
                </a:solidFill>
              </a:defRPr>
            </a:lvl7pPr>
            <a:lvl8pPr>
              <a:defRPr sz="1950" b="0">
                <a:solidFill>
                  <a:srgbClr val="D8C6A7"/>
                </a:solidFill>
              </a:defRPr>
            </a:lvl8pPr>
            <a:lvl9pPr>
              <a:defRPr sz="1950" b="0">
                <a:solidFill>
                  <a:srgbClr val="D8C6A7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D8C6A7"/>
                </a:solidFill>
              </a:defRPr>
            </a:pPr>
            <a:r>
              <a:rPr sz="1950" b="0">
                <a:solidFill>
                  <a:srgbClr val="D8C6A7"/>
                </a:solidFill>
              </a:rPr>
              <a:t>网页原型   /   线上展陈与展会导览设想</a:t>
            </a:r>
          </a:p>
        </p:txBody>
      </p:sp>
    </p:spTree>
    <p:extLst>
      <p:ext uri="{BB962C8B-B14F-4D97-AF65-F5344CB8AC3E}">
        <p14:creationId xmlns:p14="http://schemas.microsoft.com/office/powerpoint/2010/main" val="3977648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2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CDCAF-D1C3-478B-AF51-530AE60E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786F61"/>
                </a:solidFill>
              </a:defRPr>
            </a:defPPr>
            <a:lvl1pPr>
              <a:defRPr sz="1425" b="0">
                <a:solidFill>
                  <a:srgbClr val="786F61"/>
                </a:solidFill>
              </a:defRPr>
            </a:lvl1pPr>
            <a:lvl2pPr>
              <a:defRPr sz="1425" b="0">
                <a:solidFill>
                  <a:srgbClr val="786F61"/>
                </a:solidFill>
              </a:defRPr>
            </a:lvl2pPr>
            <a:lvl3pPr>
              <a:defRPr sz="1425" b="0">
                <a:solidFill>
                  <a:srgbClr val="786F61"/>
                </a:solidFill>
              </a:defRPr>
            </a:lvl3pPr>
            <a:lvl4pPr>
              <a:defRPr sz="1425" b="0">
                <a:solidFill>
                  <a:srgbClr val="786F61"/>
                </a:solidFill>
              </a:defRPr>
            </a:lvl4pPr>
            <a:lvl5pPr>
              <a:defRPr sz="1425" b="0">
                <a:solidFill>
                  <a:srgbClr val="786F61"/>
                </a:solidFill>
              </a:defRPr>
            </a:lvl5pPr>
            <a:lvl6pPr>
              <a:defRPr sz="1425" b="0">
                <a:solidFill>
                  <a:srgbClr val="786F61"/>
                </a:solidFill>
              </a:defRPr>
            </a:lvl6pPr>
            <a:lvl7pPr>
              <a:defRPr sz="1425" b="0">
                <a:solidFill>
                  <a:srgbClr val="786F61"/>
                </a:solidFill>
              </a:defRPr>
            </a:lvl7pPr>
            <a:lvl8pPr>
              <a:defRPr sz="1425" b="0">
                <a:solidFill>
                  <a:srgbClr val="786F61"/>
                </a:solidFill>
              </a:defRPr>
            </a:lvl8pPr>
            <a:lvl9pPr>
              <a:defRPr sz="1425" b="0">
                <a:solidFill>
                  <a:srgbClr val="786F61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86F61"/>
                </a:solidFill>
              </a:defRPr>
            </a:pPr>
            <a:r>
              <a:rPr sz="1425" b="0">
                <a:solidFill>
                  <a:srgbClr val="786F61"/>
                </a:solidFill>
              </a:rPr>
              <a:t>义犹未尽   /   义乌三时市集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711DD-5ADD-4C68-82D5-B6EAF455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960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86F61"/>
                </a:solidFill>
              </a:defRPr>
            </a:defPPr>
            <a:lvl1pPr>
              <a:defRPr sz="1350" b="0">
                <a:solidFill>
                  <a:srgbClr val="786F61"/>
                </a:solidFill>
              </a:defRPr>
            </a:lvl1pPr>
            <a:lvl2pPr>
              <a:defRPr sz="1350" b="0">
                <a:solidFill>
                  <a:srgbClr val="786F61"/>
                </a:solidFill>
              </a:defRPr>
            </a:lvl2pPr>
            <a:lvl3pPr>
              <a:defRPr sz="1350" b="0">
                <a:solidFill>
                  <a:srgbClr val="786F61"/>
                </a:solidFill>
              </a:defRPr>
            </a:lvl3pPr>
            <a:lvl4pPr>
              <a:defRPr sz="1350" b="0">
                <a:solidFill>
                  <a:srgbClr val="786F61"/>
                </a:solidFill>
              </a:defRPr>
            </a:lvl4pPr>
            <a:lvl5pPr>
              <a:defRPr sz="1350" b="0">
                <a:solidFill>
                  <a:srgbClr val="786F61"/>
                </a:solidFill>
              </a:defRPr>
            </a:lvl5pPr>
            <a:lvl6pPr>
              <a:defRPr sz="1350" b="0">
                <a:solidFill>
                  <a:srgbClr val="786F61"/>
                </a:solidFill>
              </a:defRPr>
            </a:lvl6pPr>
            <a:lvl7pPr>
              <a:defRPr sz="1350" b="0">
                <a:solidFill>
                  <a:srgbClr val="786F61"/>
                </a:solidFill>
              </a:defRPr>
            </a:lvl7pPr>
            <a:lvl8pPr>
              <a:defRPr sz="1350" b="0">
                <a:solidFill>
                  <a:srgbClr val="786F61"/>
                </a:solidFill>
              </a:defRPr>
            </a:lvl8pPr>
            <a:lvl9pPr>
              <a:defRPr sz="1350" b="0">
                <a:solidFill>
                  <a:srgbClr val="786F6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86F61"/>
                </a:solidFill>
              </a:defRPr>
            </a:pPr>
            <a:r>
              <a:rPr sz="1350" b="0">
                <a:solidFill>
                  <a:srgbClr val="786F61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563D9-85F1-4223-BF40-FB3FE29C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952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0" b="1">
                <a:solidFill>
                  <a:srgbClr val="24231F"/>
                </a:solidFill>
              </a:defRPr>
            </a:defPPr>
            <a:lvl1pPr>
              <a:defRPr sz="9000" b="1">
                <a:solidFill>
                  <a:srgbClr val="24231F"/>
                </a:solidFill>
              </a:defRPr>
            </a:lvl1pPr>
            <a:lvl2pPr>
              <a:defRPr sz="9000" b="1">
                <a:solidFill>
                  <a:srgbClr val="24231F"/>
                </a:solidFill>
              </a:defRPr>
            </a:lvl2pPr>
            <a:lvl3pPr>
              <a:defRPr sz="9000" b="1">
                <a:solidFill>
                  <a:srgbClr val="24231F"/>
                </a:solidFill>
              </a:defRPr>
            </a:lvl3pPr>
            <a:lvl4pPr>
              <a:defRPr sz="9000" b="1">
                <a:solidFill>
                  <a:srgbClr val="24231F"/>
                </a:solidFill>
              </a:defRPr>
            </a:lvl4pPr>
            <a:lvl5pPr>
              <a:defRPr sz="9000" b="1">
                <a:solidFill>
                  <a:srgbClr val="24231F"/>
                </a:solidFill>
              </a:defRPr>
            </a:lvl5pPr>
            <a:lvl6pPr>
              <a:defRPr sz="9000" b="1">
                <a:solidFill>
                  <a:srgbClr val="24231F"/>
                </a:solidFill>
              </a:defRPr>
            </a:lvl6pPr>
            <a:lvl7pPr>
              <a:defRPr sz="9000" b="1">
                <a:solidFill>
                  <a:srgbClr val="24231F"/>
                </a:solidFill>
              </a:defRPr>
            </a:lvl7pPr>
            <a:lvl8pPr>
              <a:defRPr sz="9000" b="1">
                <a:solidFill>
                  <a:srgbClr val="24231F"/>
                </a:solidFill>
              </a:defRPr>
            </a:lvl8pPr>
            <a:lvl9pPr>
              <a:defRPr sz="9000" b="1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9000" b="1">
                <a:solidFill>
                  <a:srgbClr val="24231F"/>
                </a:solidFill>
              </a:defRPr>
            </a:pPr>
            <a:r>
              <a:rPr sz="9000" b="1">
                <a:solidFill>
                  <a:srgbClr val="24231F"/>
                </a:solidFill>
              </a:rPr>
              <a:t>一日三市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054B8-CF0C-44FD-AC47-E99DECD4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952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0" b="1">
                <a:solidFill>
                  <a:srgbClr val="AE3D2E"/>
                </a:solidFill>
              </a:defRPr>
            </a:defPPr>
            <a:lvl1pPr>
              <a:defRPr sz="9000" b="1">
                <a:solidFill>
                  <a:srgbClr val="AE3D2E"/>
                </a:solidFill>
              </a:defRPr>
            </a:lvl1pPr>
            <a:lvl2pPr>
              <a:defRPr sz="9000" b="1">
                <a:solidFill>
                  <a:srgbClr val="AE3D2E"/>
                </a:solidFill>
              </a:defRPr>
            </a:lvl2pPr>
            <a:lvl3pPr>
              <a:defRPr sz="9000" b="1">
                <a:solidFill>
                  <a:srgbClr val="AE3D2E"/>
                </a:solidFill>
              </a:defRPr>
            </a:lvl3pPr>
            <a:lvl4pPr>
              <a:defRPr sz="9000" b="1">
                <a:solidFill>
                  <a:srgbClr val="AE3D2E"/>
                </a:solidFill>
              </a:defRPr>
            </a:lvl4pPr>
            <a:lvl5pPr>
              <a:defRPr sz="9000" b="1">
                <a:solidFill>
                  <a:srgbClr val="AE3D2E"/>
                </a:solidFill>
              </a:defRPr>
            </a:lvl5pPr>
            <a:lvl6pPr>
              <a:defRPr sz="9000" b="1">
                <a:solidFill>
                  <a:srgbClr val="AE3D2E"/>
                </a:solidFill>
              </a:defRPr>
            </a:lvl6pPr>
            <a:lvl7pPr>
              <a:defRPr sz="9000" b="1">
                <a:solidFill>
                  <a:srgbClr val="AE3D2E"/>
                </a:solidFill>
              </a:defRPr>
            </a:lvl7pPr>
            <a:lvl8pPr>
              <a:defRPr sz="9000" b="1">
                <a:solidFill>
                  <a:srgbClr val="AE3D2E"/>
                </a:solidFill>
              </a:defRPr>
            </a:lvl8pPr>
            <a:lvl9pPr>
              <a:defRPr sz="9000" b="1">
                <a:solidFill>
                  <a:srgbClr val="AE3D2E"/>
                </a:solidFill>
              </a:defRPr>
            </a:lvl9pPr>
          </a:lstStyle>
          <a:p xmlns:a="http://schemas.openxmlformats.org/drawingml/2006/main">
            <a:pPr>
              <a:defRPr sz="9000" b="1">
                <a:solidFill>
                  <a:srgbClr val="AE3D2E"/>
                </a:solidFill>
              </a:defRPr>
            </a:pPr>
            <a:r>
              <a:rPr sz="9000" b="1">
                <a:solidFill>
                  <a:srgbClr val="AE3D2E"/>
                </a:solidFill>
              </a:rPr>
              <a:t>义犹未尽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61841-6D67-40A1-9F6E-064073CF6F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90b547c79f4aef"/>
          <a:stretch xmlns:a="http://schemas.openxmlformats.org/drawingml/2006/main"/>
        </p:blipFill>
        <p:spPr>
          <a:xfrm xmlns:a="http://schemas.openxmlformats.org/drawingml/2006/main">
            <a:off x="6429375" y="3162300"/>
            <a:ext cx="5334000" cy="3333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9A481-8B88-4B03-B47C-736FA540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57825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24231F"/>
                </a:solidFill>
              </a:defRPr>
            </a:defPPr>
            <a:lvl1pPr>
              <a:defRPr sz="3600" b="0">
                <a:solidFill>
                  <a:srgbClr val="24231F"/>
                </a:solidFill>
              </a:defRPr>
            </a:lvl1pPr>
            <a:lvl2pPr>
              <a:defRPr sz="3600" b="0">
                <a:solidFill>
                  <a:srgbClr val="24231F"/>
                </a:solidFill>
              </a:defRPr>
            </a:lvl2pPr>
            <a:lvl3pPr>
              <a:defRPr sz="3600" b="0">
                <a:solidFill>
                  <a:srgbClr val="24231F"/>
                </a:solidFill>
              </a:defRPr>
            </a:lvl3pPr>
            <a:lvl4pPr>
              <a:defRPr sz="3600" b="0">
                <a:solidFill>
                  <a:srgbClr val="24231F"/>
                </a:solidFill>
              </a:defRPr>
            </a:lvl4pPr>
            <a:lvl5pPr>
              <a:defRPr sz="3600" b="0">
                <a:solidFill>
                  <a:srgbClr val="24231F"/>
                </a:solidFill>
              </a:defRPr>
            </a:lvl5pPr>
            <a:lvl6pPr>
              <a:defRPr sz="3600" b="0">
                <a:solidFill>
                  <a:srgbClr val="24231F"/>
                </a:solidFill>
              </a:defRPr>
            </a:lvl6pPr>
            <a:lvl7pPr>
              <a:defRPr sz="3600" b="0">
                <a:solidFill>
                  <a:srgbClr val="24231F"/>
                </a:solidFill>
              </a:defRPr>
            </a:lvl7pPr>
            <a:lvl8pPr>
              <a:defRPr sz="3600" b="0">
                <a:solidFill>
                  <a:srgbClr val="24231F"/>
                </a:solidFill>
              </a:defRPr>
            </a:lvl8pPr>
            <a:lvl9pPr>
              <a:defRPr sz="3600" b="0">
                <a:solidFill>
                  <a:srgbClr val="24231F"/>
                </a:solidFill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24231F"/>
                </a:solidFill>
              </a:defRPr>
            </a:pPr>
            <a:r>
              <a:rPr sz="3600" b="0">
                <a:solidFill>
                  <a:srgbClr val="24231F"/>
                </a:solidFill>
              </a:rPr>
              <a:t>谢谢观看</a:t>
            </a:r>
          </a:p>
        </p:txBody>
      </p:sp>
    </p:spTree>
    <p:extLst>
      <p:ext uri="{BB962C8B-B14F-4D97-AF65-F5344CB8AC3E}">
        <p14:creationId xmlns:p14="http://schemas.microsoft.com/office/powerpoint/2010/main" val="14681550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2026-10-28T05:12:56.5140000Z</dcterms:created>
  <dcterms:modified xsi:type="dcterms:W3CDTF">2026-10-28T05:12:56.5140000Z</dcterms:modified>
</coreProperties>
</file>